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embeddedFontLst>
    <p:embeddedFont>
      <p:font typeface="Noto Sans" panose="020B0502040504020204" pitchFamily="34" charset="0"/>
      <p:regular r:id="rId7"/>
      <p:bold r:id="rId8"/>
      <p:italic r:id="rId9"/>
      <p:boldItalic r:id="rId10"/>
    </p:embeddedFont>
    <p:embeddedFont>
      <p:font typeface="Noto Sans Medium" panose="020B0502040504020204" pitchFamily="34" charset="0"/>
      <p:regular r:id="rId11"/>
      <p:italic r:id="rId12"/>
    </p:embeddedFont>
  </p:embeddedFontLst>
  <p:defaultTextStyle>
    <a:defPPr>
      <a:defRPr lang="es-MX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4155"/>
    <a:srgbClr val="475569"/>
    <a:srgbClr val="374151"/>
    <a:srgbClr val="9C2248"/>
    <a:srgbClr val="6E152E"/>
    <a:srgbClr val="155B4E"/>
    <a:srgbClr val="DBE1E0"/>
    <a:srgbClr val="E0D9DC"/>
    <a:srgbClr val="E7EAED"/>
    <a:srgbClr val="691B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638BC4-C91B-4D16-81A6-FE26365102AD}" v="5" dt="2026-04-29T23:45:58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mando Gonzalez Diaz" userId="fb0ebc49-b45b-43a1-922e-1799e2ce9504" providerId="ADAL" clId="{862EAC07-69B4-4FDD-83F2-E6A1FE7A207F}"/>
    <pc:docChg chg="undo custSel modMainMaster">
      <pc:chgData name="Armando Gonzalez Diaz" userId="fb0ebc49-b45b-43a1-922e-1799e2ce9504" providerId="ADAL" clId="{862EAC07-69B4-4FDD-83F2-E6A1FE7A207F}" dt="2026-04-29T23:47:44.636" v="159" actId="113"/>
      <pc:docMkLst>
        <pc:docMk/>
      </pc:docMkLst>
      <pc:sldMasterChg chg="modSldLayout">
        <pc:chgData name="Armando Gonzalez Diaz" userId="fb0ebc49-b45b-43a1-922e-1799e2ce9504" providerId="ADAL" clId="{862EAC07-69B4-4FDD-83F2-E6A1FE7A207F}" dt="2026-04-29T23:47:44.636" v="159" actId="113"/>
        <pc:sldMasterMkLst>
          <pc:docMk/>
          <pc:sldMasterMk cId="1828472170" sldId="2147483648"/>
        </pc:sldMasterMkLst>
        <pc:sldLayoutChg chg="addSp delSp modSp mod">
          <pc:chgData name="Armando Gonzalez Diaz" userId="fb0ebc49-b45b-43a1-922e-1799e2ce9504" providerId="ADAL" clId="{862EAC07-69B4-4FDD-83F2-E6A1FE7A207F}" dt="2026-04-29T23:47:44.636" v="159" actId="113"/>
          <pc:sldLayoutMkLst>
            <pc:docMk/>
            <pc:sldMasterMk cId="1828472170" sldId="2147483648"/>
            <pc:sldLayoutMk cId="4274294581" sldId="2147483684"/>
          </pc:sldLayoutMkLst>
          <pc:spChg chg="add del">
            <ac:chgData name="Armando Gonzalez Diaz" userId="fb0ebc49-b45b-43a1-922e-1799e2ce9504" providerId="ADAL" clId="{862EAC07-69B4-4FDD-83F2-E6A1FE7A207F}" dt="2026-04-29T23:25:29.361" v="0" actId="11529"/>
            <ac:spMkLst>
              <pc:docMk/>
              <pc:sldMasterMk cId="1828472170" sldId="2147483648"/>
              <pc:sldLayoutMk cId="4274294581" sldId="2147483684"/>
              <ac:spMk id="6" creationId="{552B8883-BF95-AA42-048A-C0BE8F9598C8}"/>
            </ac:spMkLst>
          </pc:spChg>
          <pc:spChg chg="add mod">
            <ac:chgData name="Armando Gonzalez Diaz" userId="fb0ebc49-b45b-43a1-922e-1799e2ce9504" providerId="ADAL" clId="{862EAC07-69B4-4FDD-83F2-E6A1FE7A207F}" dt="2026-04-29T23:47:44.636" v="159" actId="113"/>
            <ac:spMkLst>
              <pc:docMk/>
              <pc:sldMasterMk cId="1828472170" sldId="2147483648"/>
              <pc:sldLayoutMk cId="4274294581" sldId="2147483684"/>
              <ac:spMk id="7" creationId="{789C7EEE-60D1-790A-A3D4-EA926DDD2B3F}"/>
            </ac:spMkLst>
          </pc:spChg>
        </pc:sldLayoutChg>
        <pc:sldLayoutChg chg="modSp mod">
          <pc:chgData name="Armando Gonzalez Diaz" userId="fb0ebc49-b45b-43a1-922e-1799e2ce9504" providerId="ADAL" clId="{862EAC07-69B4-4FDD-83F2-E6A1FE7A207F}" dt="2026-04-29T23:46:48.308" v="153" actId="14100"/>
          <pc:sldLayoutMkLst>
            <pc:docMk/>
            <pc:sldMasterMk cId="1828472170" sldId="2147483648"/>
            <pc:sldLayoutMk cId="1084387180" sldId="2147483689"/>
          </pc:sldLayoutMkLst>
          <pc:spChg chg="mod">
            <ac:chgData name="Armando Gonzalez Diaz" userId="fb0ebc49-b45b-43a1-922e-1799e2ce9504" providerId="ADAL" clId="{862EAC07-69B4-4FDD-83F2-E6A1FE7A207F}" dt="2026-04-29T23:46:33.485" v="151" actId="108"/>
            <ac:spMkLst>
              <pc:docMk/>
              <pc:sldMasterMk cId="1828472170" sldId="2147483648"/>
              <pc:sldLayoutMk cId="1084387180" sldId="2147483689"/>
              <ac:spMk id="3" creationId="{7982C61C-2F09-0CD1-03F8-09BE144BC698}"/>
            </ac:spMkLst>
          </pc:spChg>
          <pc:spChg chg="mod">
            <ac:chgData name="Armando Gonzalez Diaz" userId="fb0ebc49-b45b-43a1-922e-1799e2ce9504" providerId="ADAL" clId="{862EAC07-69B4-4FDD-83F2-E6A1FE7A207F}" dt="2026-04-29T23:46:48.308" v="153" actId="14100"/>
            <ac:spMkLst>
              <pc:docMk/>
              <pc:sldMasterMk cId="1828472170" sldId="2147483648"/>
              <pc:sldLayoutMk cId="1084387180" sldId="2147483689"/>
              <ac:spMk id="23" creationId="{7271BBF8-C8C9-9B00-9F60-4D56556FB8E2}"/>
            </ac:spMkLst>
          </pc:spChg>
        </pc:sldLayoutChg>
        <pc:sldLayoutChg chg="addSp modSp mod">
          <pc:chgData name="Armando Gonzalez Diaz" userId="fb0ebc49-b45b-43a1-922e-1799e2ce9504" providerId="ADAL" clId="{862EAC07-69B4-4FDD-83F2-E6A1FE7A207F}" dt="2026-04-29T23:47:29.875" v="157" actId="113"/>
          <pc:sldLayoutMkLst>
            <pc:docMk/>
            <pc:sldMasterMk cId="1828472170" sldId="2147483648"/>
            <pc:sldLayoutMk cId="1273849411" sldId="2147483691"/>
          </pc:sldLayoutMkLst>
          <pc:spChg chg="mod">
            <ac:chgData name="Armando Gonzalez Diaz" userId="fb0ebc49-b45b-43a1-922e-1799e2ce9504" providerId="ADAL" clId="{862EAC07-69B4-4FDD-83F2-E6A1FE7A207F}" dt="2026-04-29T23:47:24.511" v="156" actId="2711"/>
            <ac:spMkLst>
              <pc:docMk/>
              <pc:sldMasterMk cId="1828472170" sldId="2147483648"/>
              <pc:sldLayoutMk cId="1273849411" sldId="2147483691"/>
              <ac:spMk id="4" creationId="{6183848E-A120-C4B9-F10D-7CBE2845CC94}"/>
            </ac:spMkLst>
          </pc:spChg>
          <pc:spChg chg="add mod">
            <ac:chgData name="Armando Gonzalez Diaz" userId="fb0ebc49-b45b-43a1-922e-1799e2ce9504" providerId="ADAL" clId="{862EAC07-69B4-4FDD-83F2-E6A1FE7A207F}" dt="2026-04-29T23:47:29.875" v="157" actId="113"/>
            <ac:spMkLst>
              <pc:docMk/>
              <pc:sldMasterMk cId="1828472170" sldId="2147483648"/>
              <pc:sldLayoutMk cId="1273849411" sldId="2147483691"/>
              <ac:spMk id="5" creationId="{240D5CB3-28DF-BA12-99AA-36B9869542F1}"/>
            </ac:spMkLst>
          </pc:spChg>
        </pc:sldLayoutChg>
        <pc:sldLayoutChg chg="modSp mod">
          <pc:chgData name="Armando Gonzalez Diaz" userId="fb0ebc49-b45b-43a1-922e-1799e2ce9504" providerId="ADAL" clId="{862EAC07-69B4-4FDD-83F2-E6A1FE7A207F}" dt="2026-04-29T23:47:12.380" v="155" actId="14100"/>
          <pc:sldLayoutMkLst>
            <pc:docMk/>
            <pc:sldMasterMk cId="1828472170" sldId="2147483648"/>
            <pc:sldLayoutMk cId="1132447267" sldId="2147483692"/>
          </pc:sldLayoutMkLst>
          <pc:spChg chg="mod">
            <ac:chgData name="Armando Gonzalez Diaz" userId="fb0ebc49-b45b-43a1-922e-1799e2ce9504" providerId="ADAL" clId="{862EAC07-69B4-4FDD-83F2-E6A1FE7A207F}" dt="2026-04-29T23:47:12.380" v="155" actId="14100"/>
            <ac:spMkLst>
              <pc:docMk/>
              <pc:sldMasterMk cId="1828472170" sldId="2147483648"/>
              <pc:sldLayoutMk cId="1132447267" sldId="2147483692"/>
              <ac:spMk id="23" creationId="{7271BBF8-C8C9-9B00-9F60-4D56556FB8E2}"/>
            </ac:spMkLst>
          </pc:spChg>
        </pc:sldLayoutChg>
        <pc:sldLayoutChg chg="modSp mod">
          <pc:chgData name="Armando Gonzalez Diaz" userId="fb0ebc49-b45b-43a1-922e-1799e2ce9504" providerId="ADAL" clId="{862EAC07-69B4-4FDD-83F2-E6A1FE7A207F}" dt="2026-04-29T23:27:25.879" v="132" actId="14100"/>
          <pc:sldLayoutMkLst>
            <pc:docMk/>
            <pc:sldMasterMk cId="1828472170" sldId="2147483648"/>
            <pc:sldLayoutMk cId="1628014796" sldId="2147483693"/>
          </pc:sldLayoutMkLst>
          <pc:spChg chg="mod">
            <ac:chgData name="Armando Gonzalez Diaz" userId="fb0ebc49-b45b-43a1-922e-1799e2ce9504" providerId="ADAL" clId="{862EAC07-69B4-4FDD-83F2-E6A1FE7A207F}" dt="2026-04-29T23:27:17.249" v="130" actId="1076"/>
            <ac:spMkLst>
              <pc:docMk/>
              <pc:sldMasterMk cId="1828472170" sldId="2147483648"/>
              <pc:sldLayoutMk cId="1628014796" sldId="2147483693"/>
              <ac:spMk id="4" creationId="{6183848E-A120-C4B9-F10D-7CBE2845CC94}"/>
            </ac:spMkLst>
          </pc:spChg>
          <pc:spChg chg="mod">
            <ac:chgData name="Armando Gonzalez Diaz" userId="fb0ebc49-b45b-43a1-922e-1799e2ce9504" providerId="ADAL" clId="{862EAC07-69B4-4FDD-83F2-E6A1FE7A207F}" dt="2026-04-29T23:27:25.879" v="132" actId="14100"/>
            <ac:spMkLst>
              <pc:docMk/>
              <pc:sldMasterMk cId="1828472170" sldId="2147483648"/>
              <pc:sldLayoutMk cId="1628014796" sldId="2147483693"/>
              <ac:spMk id="23" creationId="{7271BBF8-C8C9-9B00-9F60-4D56556FB8E2}"/>
            </ac:spMkLst>
          </pc:spChg>
        </pc:sldLayoutChg>
        <pc:sldLayoutChg chg="modSp mod">
          <pc:chgData name="Armando Gonzalez Diaz" userId="fb0ebc49-b45b-43a1-922e-1799e2ce9504" providerId="ADAL" clId="{862EAC07-69B4-4FDD-83F2-E6A1FE7A207F}" dt="2026-04-29T23:46:25.669" v="149" actId="14100"/>
          <pc:sldLayoutMkLst>
            <pc:docMk/>
            <pc:sldMasterMk cId="1828472170" sldId="2147483648"/>
            <pc:sldLayoutMk cId="643436946" sldId="2147483694"/>
          </pc:sldLayoutMkLst>
          <pc:spChg chg="mod">
            <ac:chgData name="Armando Gonzalez Diaz" userId="fb0ebc49-b45b-43a1-922e-1799e2ce9504" providerId="ADAL" clId="{862EAC07-69B4-4FDD-83F2-E6A1FE7A207F}" dt="2026-04-29T23:46:25.669" v="149" actId="14100"/>
            <ac:spMkLst>
              <pc:docMk/>
              <pc:sldMasterMk cId="1828472170" sldId="2147483648"/>
              <pc:sldLayoutMk cId="643436946" sldId="2147483694"/>
              <ac:spMk id="23" creationId="{7271BBF8-C8C9-9B00-9F60-4D56556FB8E2}"/>
            </ac:spMkLst>
          </pc:spChg>
        </pc:sldLayoutChg>
        <pc:sldLayoutChg chg="addSp modSp mod">
          <pc:chgData name="Armando Gonzalez Diaz" userId="fb0ebc49-b45b-43a1-922e-1799e2ce9504" providerId="ADAL" clId="{862EAC07-69B4-4FDD-83F2-E6A1FE7A207F}" dt="2026-04-29T23:47:37.089" v="158" actId="113"/>
          <pc:sldLayoutMkLst>
            <pc:docMk/>
            <pc:sldMasterMk cId="1828472170" sldId="2147483648"/>
            <pc:sldLayoutMk cId="2565407395" sldId="2147483695"/>
          </pc:sldLayoutMkLst>
          <pc:spChg chg="add mod">
            <ac:chgData name="Armando Gonzalez Diaz" userId="fb0ebc49-b45b-43a1-922e-1799e2ce9504" providerId="ADAL" clId="{862EAC07-69B4-4FDD-83F2-E6A1FE7A207F}" dt="2026-04-29T23:47:37.089" v="158" actId="113"/>
            <ac:spMkLst>
              <pc:docMk/>
              <pc:sldMasterMk cId="1828472170" sldId="2147483648"/>
              <pc:sldLayoutMk cId="2565407395" sldId="2147483695"/>
              <ac:spMk id="10" creationId="{E300E6CE-7C8A-6076-6CBE-14EED5AEB6F5}"/>
            </ac:spMkLst>
          </pc:spChg>
        </pc:sldLayoutChg>
      </pc:sldMasterChg>
    </pc:docChg>
  </pc:docChgLst>
  <pc:docChgLst>
    <pc:chgData name="Brittany Cecilia Pereo Sánchez" userId="eedb845b-1972-4f87-a6df-540a63d308cd" providerId="ADAL" clId="{0D0E9CE9-A87A-4B88-9F51-F934E1343FF8}"/>
    <pc:docChg chg="undo custSel modMainMaster">
      <pc:chgData name="Brittany Cecilia Pereo Sánchez" userId="eedb845b-1972-4f87-a6df-540a63d308cd" providerId="ADAL" clId="{0D0E9CE9-A87A-4B88-9F51-F934E1343FF8}" dt="2026-04-17T20:28:34.621" v="1620" actId="1035"/>
      <pc:docMkLst>
        <pc:docMk/>
      </pc:docMkLst>
      <pc:sldMasterChg chg="modSldLayout sldLayoutOrd">
        <pc:chgData name="Brittany Cecilia Pereo Sánchez" userId="eedb845b-1972-4f87-a6df-540a63d308cd" providerId="ADAL" clId="{0D0E9CE9-A87A-4B88-9F51-F934E1343FF8}" dt="2026-04-17T20:28:34.621" v="1620" actId="1035"/>
        <pc:sldMasterMkLst>
          <pc:docMk/>
          <pc:sldMasterMk cId="1828472170" sldId="2147483648"/>
        </pc:sldMasterMkLst>
        <pc:sldLayoutChg chg="modSp mod">
          <pc:chgData name="Brittany Cecilia Pereo Sánchez" userId="eedb845b-1972-4f87-a6df-540a63d308cd" providerId="ADAL" clId="{0D0E9CE9-A87A-4B88-9F51-F934E1343FF8}" dt="2026-04-17T20:24:33.673" v="1446" actId="14100"/>
          <pc:sldLayoutMkLst>
            <pc:docMk/>
            <pc:sldMasterMk cId="1828472170" sldId="2147483648"/>
            <pc:sldLayoutMk cId="4264150295" sldId="2147483678"/>
          </pc:sldLayoutMkLst>
          <pc:spChg chg="mod">
            <ac:chgData name="Brittany Cecilia Pereo Sánchez" userId="eedb845b-1972-4f87-a6df-540a63d308cd" providerId="ADAL" clId="{0D0E9CE9-A87A-4B88-9F51-F934E1343FF8}" dt="2026-04-17T20:24:23.996" v="1444" actId="1037"/>
            <ac:spMkLst>
              <pc:docMk/>
              <pc:sldMasterMk cId="1828472170" sldId="2147483648"/>
              <pc:sldLayoutMk cId="4264150295" sldId="2147483678"/>
              <ac:spMk id="2" creationId="{D3137A33-B79A-F64E-F541-047F8AB686E6}"/>
            </ac:spMkLst>
          </pc:spChg>
          <pc:spChg chg="mod">
            <ac:chgData name="Brittany Cecilia Pereo Sánchez" userId="eedb845b-1972-4f87-a6df-540a63d308cd" providerId="ADAL" clId="{0D0E9CE9-A87A-4B88-9F51-F934E1343FF8}" dt="2026-04-17T20:24:33.673" v="1446" actId="14100"/>
            <ac:spMkLst>
              <pc:docMk/>
              <pc:sldMasterMk cId="1828472170" sldId="2147483648"/>
              <pc:sldLayoutMk cId="4264150295" sldId="2147483678"/>
              <ac:spMk id="8" creationId="{E6EEB876-5382-B56F-2136-D31B7128E8CE}"/>
            </ac:spMkLst>
          </pc:spChg>
        </pc:sldLayoutChg>
        <pc:sldLayoutChg chg="delSp modSp mod ord">
          <pc:chgData name="Brittany Cecilia Pereo Sánchez" userId="eedb845b-1972-4f87-a6df-540a63d308cd" providerId="ADAL" clId="{0D0E9CE9-A87A-4B88-9F51-F934E1343FF8}" dt="2026-04-17T20:27:50.568" v="1574" actId="1037"/>
          <pc:sldLayoutMkLst>
            <pc:docMk/>
            <pc:sldMasterMk cId="1828472170" sldId="2147483648"/>
            <pc:sldLayoutMk cId="1084387180" sldId="2147483689"/>
          </pc:sldLayoutMkLst>
          <pc:spChg chg="mod">
            <ac:chgData name="Brittany Cecilia Pereo Sánchez" userId="eedb845b-1972-4f87-a6df-540a63d308cd" providerId="ADAL" clId="{0D0E9CE9-A87A-4B88-9F51-F934E1343FF8}" dt="2026-04-17T20:27:50.568" v="1574" actId="1037"/>
            <ac:spMkLst>
              <pc:docMk/>
              <pc:sldMasterMk cId="1828472170" sldId="2147483648"/>
              <pc:sldLayoutMk cId="1084387180" sldId="2147483689"/>
              <ac:spMk id="3" creationId="{7982C61C-2F09-0CD1-03F8-09BE144BC698}"/>
            </ac:spMkLst>
          </pc:spChg>
          <pc:spChg chg="mod">
            <ac:chgData name="Brittany Cecilia Pereo Sánchez" userId="eedb845b-1972-4f87-a6df-540a63d308cd" providerId="ADAL" clId="{0D0E9CE9-A87A-4B88-9F51-F934E1343FF8}" dt="2026-04-16T19:14:44.420" v="172" actId="1038"/>
            <ac:spMkLst>
              <pc:docMk/>
              <pc:sldMasterMk cId="1828472170" sldId="2147483648"/>
              <pc:sldLayoutMk cId="1084387180" sldId="2147483689"/>
              <ac:spMk id="4" creationId="{6183848E-A120-C4B9-F10D-7CBE2845CC94}"/>
            </ac:spMkLst>
          </pc:spChg>
          <pc:spChg chg="mod">
            <ac:chgData name="Brittany Cecilia Pereo Sánchez" userId="eedb845b-1972-4f87-a6df-540a63d308cd" providerId="ADAL" clId="{0D0E9CE9-A87A-4B88-9F51-F934E1343FF8}" dt="2026-04-16T19:14:23.825" v="110" actId="14100"/>
            <ac:spMkLst>
              <pc:docMk/>
              <pc:sldMasterMk cId="1828472170" sldId="2147483648"/>
              <pc:sldLayoutMk cId="1084387180" sldId="2147483689"/>
              <ac:spMk id="9" creationId="{DBE10DC2-1F66-D3B9-7A8A-37554D4BDDD2}"/>
            </ac:spMkLst>
          </pc:spChg>
          <pc:spChg chg="mod">
            <ac:chgData name="Brittany Cecilia Pereo Sánchez" userId="eedb845b-1972-4f87-a6df-540a63d308cd" providerId="ADAL" clId="{0D0E9CE9-A87A-4B88-9F51-F934E1343FF8}" dt="2026-04-16T19:32:21.545" v="1121" actId="1036"/>
            <ac:spMkLst>
              <pc:docMk/>
              <pc:sldMasterMk cId="1828472170" sldId="2147483648"/>
              <pc:sldLayoutMk cId="1084387180" sldId="2147483689"/>
              <ac:spMk id="11" creationId="{C385F05A-81D6-A258-6E7C-96BCD0063CA4}"/>
            </ac:spMkLst>
          </pc:spChg>
          <pc:spChg chg="mod">
            <ac:chgData name="Brittany Cecilia Pereo Sánchez" userId="eedb845b-1972-4f87-a6df-540a63d308cd" providerId="ADAL" clId="{0D0E9CE9-A87A-4B88-9F51-F934E1343FF8}" dt="2026-04-16T19:32:21.545" v="1121" actId="1036"/>
            <ac:spMkLst>
              <pc:docMk/>
              <pc:sldMasterMk cId="1828472170" sldId="2147483648"/>
              <pc:sldLayoutMk cId="1084387180" sldId="2147483689"/>
              <ac:spMk id="12" creationId="{C5447F7F-FA8C-2873-556C-DA7B8D310BCF}"/>
            </ac:spMkLst>
          </pc:spChg>
          <pc:spChg chg="mod">
            <ac:chgData name="Brittany Cecilia Pereo Sánchez" userId="eedb845b-1972-4f87-a6df-540a63d308cd" providerId="ADAL" clId="{0D0E9CE9-A87A-4B88-9F51-F934E1343FF8}" dt="2026-04-16T19:32:21.545" v="1121" actId="1036"/>
            <ac:spMkLst>
              <pc:docMk/>
              <pc:sldMasterMk cId="1828472170" sldId="2147483648"/>
              <pc:sldLayoutMk cId="1084387180" sldId="2147483689"/>
              <ac:spMk id="13" creationId="{7D078E0A-5D9F-D49C-6FE0-5BE14C35E92E}"/>
            </ac:spMkLst>
          </pc:spChg>
          <pc:spChg chg="mod">
            <ac:chgData name="Brittany Cecilia Pereo Sánchez" userId="eedb845b-1972-4f87-a6df-540a63d308cd" providerId="ADAL" clId="{0D0E9CE9-A87A-4B88-9F51-F934E1343FF8}" dt="2026-04-16T19:14:23.825" v="110" actId="14100"/>
            <ac:spMkLst>
              <pc:docMk/>
              <pc:sldMasterMk cId="1828472170" sldId="2147483648"/>
              <pc:sldLayoutMk cId="1084387180" sldId="2147483689"/>
              <ac:spMk id="15" creationId="{C3626D35-66EE-2250-EAFC-B648CB3E956E}"/>
            </ac:spMkLst>
          </pc:spChg>
          <pc:spChg chg="mod">
            <ac:chgData name="Brittany Cecilia Pereo Sánchez" userId="eedb845b-1972-4f87-a6df-540a63d308cd" providerId="ADAL" clId="{0D0E9CE9-A87A-4B88-9F51-F934E1343FF8}" dt="2026-04-16T19:14:37.295" v="145" actId="1038"/>
            <ac:spMkLst>
              <pc:docMk/>
              <pc:sldMasterMk cId="1828472170" sldId="2147483648"/>
              <pc:sldLayoutMk cId="1084387180" sldId="2147483689"/>
              <ac:spMk id="16" creationId="{B29797E0-ED0B-EB40-4151-EBF9E1C9BC34}"/>
            </ac:spMkLst>
          </pc:spChg>
          <pc:spChg chg="mod">
            <ac:chgData name="Brittany Cecilia Pereo Sánchez" userId="eedb845b-1972-4f87-a6df-540a63d308cd" providerId="ADAL" clId="{0D0E9CE9-A87A-4B88-9F51-F934E1343FF8}" dt="2026-04-16T19:14:20.260" v="109" actId="1037"/>
            <ac:spMkLst>
              <pc:docMk/>
              <pc:sldMasterMk cId="1828472170" sldId="2147483648"/>
              <pc:sldLayoutMk cId="1084387180" sldId="2147483689"/>
              <ac:spMk id="17" creationId="{317140E0-7B98-2A16-9F41-4FC48A68735F}"/>
            </ac:spMkLst>
          </pc:spChg>
          <pc:spChg chg="mod">
            <ac:chgData name="Brittany Cecilia Pereo Sánchez" userId="eedb845b-1972-4f87-a6df-540a63d308cd" providerId="ADAL" clId="{0D0E9CE9-A87A-4B88-9F51-F934E1343FF8}" dt="2026-04-16T19:14:52.641" v="205" actId="1037"/>
            <ac:spMkLst>
              <pc:docMk/>
              <pc:sldMasterMk cId="1828472170" sldId="2147483648"/>
              <pc:sldLayoutMk cId="1084387180" sldId="2147483689"/>
              <ac:spMk id="19" creationId="{27182612-18B0-173C-ADE0-86A688D9C5C1}"/>
            </ac:spMkLst>
          </pc:spChg>
          <pc:spChg chg="mod">
            <ac:chgData name="Brittany Cecilia Pereo Sánchez" userId="eedb845b-1972-4f87-a6df-540a63d308cd" providerId="ADAL" clId="{0D0E9CE9-A87A-4B88-9F51-F934E1343FF8}" dt="2026-04-17T20:27:50.568" v="1574" actId="1037"/>
            <ac:spMkLst>
              <pc:docMk/>
              <pc:sldMasterMk cId="1828472170" sldId="2147483648"/>
              <pc:sldLayoutMk cId="1084387180" sldId="2147483689"/>
              <ac:spMk id="23" creationId="{7271BBF8-C8C9-9B00-9F60-4D56556FB8E2}"/>
            </ac:spMkLst>
          </pc:spChg>
          <pc:spChg chg="mod">
            <ac:chgData name="Brittany Cecilia Pereo Sánchez" userId="eedb845b-1972-4f87-a6df-540a63d308cd" providerId="ADAL" clId="{0D0E9CE9-A87A-4B88-9F51-F934E1343FF8}" dt="2026-04-16T19:14:23.825" v="110" actId="14100"/>
            <ac:spMkLst>
              <pc:docMk/>
              <pc:sldMasterMk cId="1828472170" sldId="2147483648"/>
              <pc:sldLayoutMk cId="1084387180" sldId="2147483689"/>
              <ac:spMk id="24" creationId="{312A8458-D94F-641A-7879-75BA3A512EF9}"/>
            </ac:spMkLst>
          </pc:spChg>
          <pc:spChg chg="mod">
            <ac:chgData name="Brittany Cecilia Pereo Sánchez" userId="eedb845b-1972-4f87-a6df-540a63d308cd" providerId="ADAL" clId="{0D0E9CE9-A87A-4B88-9F51-F934E1343FF8}" dt="2026-04-16T19:14:20.260" v="109" actId="1037"/>
            <ac:spMkLst>
              <pc:docMk/>
              <pc:sldMasterMk cId="1828472170" sldId="2147483648"/>
              <pc:sldLayoutMk cId="1084387180" sldId="2147483689"/>
              <ac:spMk id="29" creationId="{03C58A80-3FBF-432E-3C38-F447B74F528A}"/>
            </ac:spMkLst>
          </pc:spChg>
        </pc:sldLayoutChg>
        <pc:sldLayoutChg chg="delSp modSp mod ord">
          <pc:chgData name="Brittany Cecilia Pereo Sánchez" userId="eedb845b-1972-4f87-a6df-540a63d308cd" providerId="ADAL" clId="{0D0E9CE9-A87A-4B88-9F51-F934E1343FF8}" dt="2026-04-17T20:28:25.143" v="1605" actId="1037"/>
          <pc:sldLayoutMkLst>
            <pc:docMk/>
            <pc:sldMasterMk cId="1828472170" sldId="2147483648"/>
            <pc:sldLayoutMk cId="1273849411" sldId="2147483691"/>
          </pc:sldLayoutMkLst>
          <pc:spChg chg="mod">
            <ac:chgData name="Brittany Cecilia Pereo Sánchez" userId="eedb845b-1972-4f87-a6df-540a63d308cd" providerId="ADAL" clId="{0D0E9CE9-A87A-4B88-9F51-F934E1343FF8}" dt="2026-04-17T20:28:25.143" v="1605" actId="1037"/>
            <ac:spMkLst>
              <pc:docMk/>
              <pc:sldMasterMk cId="1828472170" sldId="2147483648"/>
              <pc:sldLayoutMk cId="1273849411" sldId="2147483691"/>
              <ac:spMk id="2" creationId="{68F9A28E-C048-3D39-1D57-5222B9F9AAF9}"/>
            </ac:spMkLst>
          </pc:spChg>
          <pc:spChg chg="mod">
            <ac:chgData name="Brittany Cecilia Pereo Sánchez" userId="eedb845b-1972-4f87-a6df-540a63d308cd" providerId="ADAL" clId="{0D0E9CE9-A87A-4B88-9F51-F934E1343FF8}" dt="2026-04-17T20:26:40.272" v="1551" actId="1038"/>
            <ac:spMkLst>
              <pc:docMk/>
              <pc:sldMasterMk cId="1828472170" sldId="2147483648"/>
              <pc:sldLayoutMk cId="1273849411" sldId="2147483691"/>
              <ac:spMk id="3" creationId="{AF9EAB18-A3C6-0AC3-8BDC-4ABBBEDFF7B1}"/>
            </ac:spMkLst>
          </pc:spChg>
          <pc:spChg chg="mod">
            <ac:chgData name="Brittany Cecilia Pereo Sánchez" userId="eedb845b-1972-4f87-a6df-540a63d308cd" providerId="ADAL" clId="{0D0E9CE9-A87A-4B88-9F51-F934E1343FF8}" dt="2026-04-17T20:26:40.272" v="1551" actId="1038"/>
            <ac:spMkLst>
              <pc:docMk/>
              <pc:sldMasterMk cId="1828472170" sldId="2147483648"/>
              <pc:sldLayoutMk cId="1273849411" sldId="2147483691"/>
              <ac:spMk id="7" creationId="{B38A2D54-41FD-25E7-12C6-E988EA08EDDD}"/>
            </ac:spMkLst>
          </pc:spChg>
        </pc:sldLayoutChg>
        <pc:sldLayoutChg chg="addSp delSp modSp mod ord">
          <pc:chgData name="Brittany Cecilia Pereo Sánchez" userId="eedb845b-1972-4f87-a6df-540a63d308cd" providerId="ADAL" clId="{0D0E9CE9-A87A-4B88-9F51-F934E1343FF8}" dt="2026-04-17T20:28:01.766" v="1582" actId="1037"/>
          <pc:sldLayoutMkLst>
            <pc:docMk/>
            <pc:sldMasterMk cId="1828472170" sldId="2147483648"/>
            <pc:sldLayoutMk cId="1132447267" sldId="2147483692"/>
          </pc:sldLayoutMkLst>
          <pc:spChg chg="mod">
            <ac:chgData name="Brittany Cecilia Pereo Sánchez" userId="eedb845b-1972-4f87-a6df-540a63d308cd" providerId="ADAL" clId="{0D0E9CE9-A87A-4B88-9F51-F934E1343FF8}" dt="2026-04-17T20:28:01.766" v="1582" actId="1037"/>
            <ac:spMkLst>
              <pc:docMk/>
              <pc:sldMasterMk cId="1828472170" sldId="2147483648"/>
              <pc:sldLayoutMk cId="1132447267" sldId="2147483692"/>
              <ac:spMk id="3" creationId="{7982C61C-2F09-0CD1-03F8-09BE144BC698}"/>
            </ac:spMkLst>
          </pc:spChg>
          <pc:spChg chg="mod">
            <ac:chgData name="Brittany Cecilia Pereo Sánchez" userId="eedb845b-1972-4f87-a6df-540a63d308cd" providerId="ADAL" clId="{0D0E9CE9-A87A-4B88-9F51-F934E1343FF8}" dt="2026-04-16T19:31:47.241" v="1086" actId="1036"/>
            <ac:spMkLst>
              <pc:docMk/>
              <pc:sldMasterMk cId="1828472170" sldId="2147483648"/>
              <pc:sldLayoutMk cId="1132447267" sldId="2147483692"/>
              <ac:spMk id="4" creationId="{6183848E-A120-C4B9-F10D-7CBE2845CC94}"/>
            </ac:spMkLst>
          </pc:spChg>
          <pc:spChg chg="mod">
            <ac:chgData name="Brittany Cecilia Pereo Sánchez" userId="eedb845b-1972-4f87-a6df-540a63d308cd" providerId="ADAL" clId="{0D0E9CE9-A87A-4B88-9F51-F934E1343FF8}" dt="2026-04-16T19:30:45.631" v="1045" actId="12788"/>
            <ac:spMkLst>
              <pc:docMk/>
              <pc:sldMasterMk cId="1828472170" sldId="2147483648"/>
              <pc:sldLayoutMk cId="1132447267" sldId="2147483692"/>
              <ac:spMk id="8" creationId="{B85B45DB-FA19-193F-45C3-AB39116C6E6F}"/>
            </ac:spMkLst>
          </pc:spChg>
          <pc:spChg chg="mod">
            <ac:chgData name="Brittany Cecilia Pereo Sánchez" userId="eedb845b-1972-4f87-a6df-540a63d308cd" providerId="ADAL" clId="{0D0E9CE9-A87A-4B88-9F51-F934E1343FF8}" dt="2026-04-16T19:29:49.193" v="952" actId="14100"/>
            <ac:spMkLst>
              <pc:docMk/>
              <pc:sldMasterMk cId="1828472170" sldId="2147483648"/>
              <pc:sldLayoutMk cId="1132447267" sldId="2147483692"/>
              <ac:spMk id="9" creationId="{DBE10DC2-1F66-D3B9-7A8A-37554D4BDDD2}"/>
            </ac:spMkLst>
          </pc:spChg>
          <pc:spChg chg="mod">
            <ac:chgData name="Brittany Cecilia Pereo Sánchez" userId="eedb845b-1972-4f87-a6df-540a63d308cd" providerId="ADAL" clId="{0D0E9CE9-A87A-4B88-9F51-F934E1343FF8}" dt="2026-04-16T19:30:45.631" v="1045" actId="12788"/>
            <ac:spMkLst>
              <pc:docMk/>
              <pc:sldMasterMk cId="1828472170" sldId="2147483648"/>
              <pc:sldLayoutMk cId="1132447267" sldId="2147483692"/>
              <ac:spMk id="10" creationId="{A55E2FEB-23FF-39B6-835F-2FA5C54E826D}"/>
            </ac:spMkLst>
          </pc:spChg>
          <pc:spChg chg="mod">
            <ac:chgData name="Brittany Cecilia Pereo Sánchez" userId="eedb845b-1972-4f87-a6df-540a63d308cd" providerId="ADAL" clId="{0D0E9CE9-A87A-4B88-9F51-F934E1343FF8}" dt="2026-04-16T19:31:35.654" v="1074" actId="14100"/>
            <ac:spMkLst>
              <pc:docMk/>
              <pc:sldMasterMk cId="1828472170" sldId="2147483648"/>
              <pc:sldLayoutMk cId="1132447267" sldId="2147483692"/>
              <ac:spMk id="11" creationId="{C385F05A-81D6-A258-6E7C-96BCD0063CA4}"/>
            </ac:spMkLst>
          </pc:spChg>
          <pc:spChg chg="mod">
            <ac:chgData name="Brittany Cecilia Pereo Sánchez" userId="eedb845b-1972-4f87-a6df-540a63d308cd" providerId="ADAL" clId="{0D0E9CE9-A87A-4B88-9F51-F934E1343FF8}" dt="2026-04-16T19:31:35.654" v="1074" actId="14100"/>
            <ac:spMkLst>
              <pc:docMk/>
              <pc:sldMasterMk cId="1828472170" sldId="2147483648"/>
              <pc:sldLayoutMk cId="1132447267" sldId="2147483692"/>
              <ac:spMk id="12" creationId="{C5447F7F-FA8C-2873-556C-DA7B8D310BCF}"/>
            </ac:spMkLst>
          </pc:spChg>
          <pc:spChg chg="mod">
            <ac:chgData name="Brittany Cecilia Pereo Sánchez" userId="eedb845b-1972-4f87-a6df-540a63d308cd" providerId="ADAL" clId="{0D0E9CE9-A87A-4B88-9F51-F934E1343FF8}" dt="2026-04-16T19:31:35.654" v="1074" actId="14100"/>
            <ac:spMkLst>
              <pc:docMk/>
              <pc:sldMasterMk cId="1828472170" sldId="2147483648"/>
              <pc:sldLayoutMk cId="1132447267" sldId="2147483692"/>
              <ac:spMk id="13" creationId="{7D078E0A-5D9F-D49C-6FE0-5BE14C35E92E}"/>
            </ac:spMkLst>
          </pc:spChg>
          <pc:spChg chg="mod">
            <ac:chgData name="Brittany Cecilia Pereo Sánchez" userId="eedb845b-1972-4f87-a6df-540a63d308cd" providerId="ADAL" clId="{0D0E9CE9-A87A-4B88-9F51-F934E1343FF8}" dt="2026-04-16T19:31:35.654" v="1074" actId="14100"/>
            <ac:spMkLst>
              <pc:docMk/>
              <pc:sldMasterMk cId="1828472170" sldId="2147483648"/>
              <pc:sldLayoutMk cId="1132447267" sldId="2147483692"/>
              <ac:spMk id="14" creationId="{01828AF9-73E8-8A01-3829-C9686F8D5C8F}"/>
            </ac:spMkLst>
          </pc:spChg>
          <pc:spChg chg="mod">
            <ac:chgData name="Brittany Cecilia Pereo Sánchez" userId="eedb845b-1972-4f87-a6df-540a63d308cd" providerId="ADAL" clId="{0D0E9CE9-A87A-4B88-9F51-F934E1343FF8}" dt="2026-04-16T19:31:53.566" v="1105" actId="1035"/>
            <ac:spMkLst>
              <pc:docMk/>
              <pc:sldMasterMk cId="1828472170" sldId="2147483648"/>
              <pc:sldLayoutMk cId="1132447267" sldId="2147483692"/>
              <ac:spMk id="15" creationId="{C3626D35-66EE-2250-EAFC-B648CB3E956E}"/>
            </ac:spMkLst>
          </pc:spChg>
          <pc:spChg chg="mod">
            <ac:chgData name="Brittany Cecilia Pereo Sánchez" userId="eedb845b-1972-4f87-a6df-540a63d308cd" providerId="ADAL" clId="{0D0E9CE9-A87A-4B88-9F51-F934E1343FF8}" dt="2026-04-16T19:31:53.566" v="1105" actId="1035"/>
            <ac:spMkLst>
              <pc:docMk/>
              <pc:sldMasterMk cId="1828472170" sldId="2147483648"/>
              <pc:sldLayoutMk cId="1132447267" sldId="2147483692"/>
              <ac:spMk id="16" creationId="{B29797E0-ED0B-EB40-4151-EBF9E1C9BC34}"/>
            </ac:spMkLst>
          </pc:spChg>
          <pc:spChg chg="mod">
            <ac:chgData name="Brittany Cecilia Pereo Sánchez" userId="eedb845b-1972-4f87-a6df-540a63d308cd" providerId="ADAL" clId="{0D0E9CE9-A87A-4B88-9F51-F934E1343FF8}" dt="2026-04-16T19:30:55.357" v="1046" actId="12788"/>
            <ac:spMkLst>
              <pc:docMk/>
              <pc:sldMasterMk cId="1828472170" sldId="2147483648"/>
              <pc:sldLayoutMk cId="1132447267" sldId="2147483692"/>
              <ac:spMk id="18" creationId="{ADE34D5A-4FCB-8997-E032-B5803124F22F}"/>
            </ac:spMkLst>
          </pc:spChg>
          <pc:spChg chg="mod">
            <ac:chgData name="Brittany Cecilia Pereo Sánchez" userId="eedb845b-1972-4f87-a6df-540a63d308cd" providerId="ADAL" clId="{0D0E9CE9-A87A-4B88-9F51-F934E1343FF8}" dt="2026-04-16T19:31:53.566" v="1105" actId="1035"/>
            <ac:spMkLst>
              <pc:docMk/>
              <pc:sldMasterMk cId="1828472170" sldId="2147483648"/>
              <pc:sldLayoutMk cId="1132447267" sldId="2147483692"/>
              <ac:spMk id="19" creationId="{27182612-18B0-173C-ADE0-86A688D9C5C1}"/>
            </ac:spMkLst>
          </pc:spChg>
          <pc:spChg chg="mod">
            <ac:chgData name="Brittany Cecilia Pereo Sánchez" userId="eedb845b-1972-4f87-a6df-540a63d308cd" providerId="ADAL" clId="{0D0E9CE9-A87A-4B88-9F51-F934E1343FF8}" dt="2026-04-16T19:31:53.566" v="1105" actId="1035"/>
            <ac:spMkLst>
              <pc:docMk/>
              <pc:sldMasterMk cId="1828472170" sldId="2147483648"/>
              <pc:sldLayoutMk cId="1132447267" sldId="2147483692"/>
              <ac:spMk id="20" creationId="{0EB2E296-EE83-D4EB-EFD0-270490F3D5E6}"/>
            </ac:spMkLst>
          </pc:spChg>
          <pc:spChg chg="add mod">
            <ac:chgData name="Brittany Cecilia Pereo Sánchez" userId="eedb845b-1972-4f87-a6df-540a63d308cd" providerId="ADAL" clId="{0D0E9CE9-A87A-4B88-9F51-F934E1343FF8}" dt="2026-04-16T19:30:55.357" v="1046" actId="12788"/>
            <ac:spMkLst>
              <pc:docMk/>
              <pc:sldMasterMk cId="1828472170" sldId="2147483648"/>
              <pc:sldLayoutMk cId="1132447267" sldId="2147483692"/>
              <ac:spMk id="22" creationId="{F21BF733-91DB-2353-4161-2DBCF57D97F7}"/>
            </ac:spMkLst>
          </pc:spChg>
          <pc:spChg chg="mod">
            <ac:chgData name="Brittany Cecilia Pereo Sánchez" userId="eedb845b-1972-4f87-a6df-540a63d308cd" providerId="ADAL" clId="{0D0E9CE9-A87A-4B88-9F51-F934E1343FF8}" dt="2026-04-17T20:28:01.766" v="1582" actId="1037"/>
            <ac:spMkLst>
              <pc:docMk/>
              <pc:sldMasterMk cId="1828472170" sldId="2147483648"/>
              <pc:sldLayoutMk cId="1132447267" sldId="2147483692"/>
              <ac:spMk id="23" creationId="{7271BBF8-C8C9-9B00-9F60-4D56556FB8E2}"/>
            </ac:spMkLst>
          </pc:spChg>
          <pc:spChg chg="add mod">
            <ac:chgData name="Brittany Cecilia Pereo Sánchez" userId="eedb845b-1972-4f87-a6df-540a63d308cd" providerId="ADAL" clId="{0D0E9CE9-A87A-4B88-9F51-F934E1343FF8}" dt="2026-04-16T19:30:23.798" v="1016" actId="1035"/>
            <ac:spMkLst>
              <pc:docMk/>
              <pc:sldMasterMk cId="1828472170" sldId="2147483648"/>
              <pc:sldLayoutMk cId="1132447267" sldId="2147483692"/>
              <ac:spMk id="25" creationId="{B617202C-E77F-5AB3-95D6-A378BA86B32F}"/>
            </ac:spMkLst>
          </pc:spChg>
        </pc:sldLayoutChg>
        <pc:sldLayoutChg chg="addSp delSp modSp mod ord">
          <pc:chgData name="Brittany Cecilia Pereo Sánchez" userId="eedb845b-1972-4f87-a6df-540a63d308cd" providerId="ADAL" clId="{0D0E9CE9-A87A-4B88-9F51-F934E1343FF8}" dt="2026-04-17T20:27:35.195" v="1564" actId="1037"/>
          <pc:sldLayoutMkLst>
            <pc:docMk/>
            <pc:sldMasterMk cId="1828472170" sldId="2147483648"/>
            <pc:sldLayoutMk cId="1628014796" sldId="2147483693"/>
          </pc:sldLayoutMkLst>
          <pc:spChg chg="mod">
            <ac:chgData name="Brittany Cecilia Pereo Sánchez" userId="eedb845b-1972-4f87-a6df-540a63d308cd" providerId="ADAL" clId="{0D0E9CE9-A87A-4B88-9F51-F934E1343FF8}" dt="2026-04-17T20:27:35.195" v="1564" actId="1037"/>
            <ac:spMkLst>
              <pc:docMk/>
              <pc:sldMasterMk cId="1828472170" sldId="2147483648"/>
              <pc:sldLayoutMk cId="1628014796" sldId="2147483693"/>
              <ac:spMk id="3" creationId="{7982C61C-2F09-0CD1-03F8-09BE144BC698}"/>
            </ac:spMkLst>
          </pc:spChg>
          <pc:spChg chg="mod">
            <ac:chgData name="Brittany Cecilia Pereo Sánchez" userId="eedb845b-1972-4f87-a6df-540a63d308cd" providerId="ADAL" clId="{0D0E9CE9-A87A-4B88-9F51-F934E1343FF8}" dt="2026-04-17T20:25:37.470" v="1474" actId="12789"/>
            <ac:spMkLst>
              <pc:docMk/>
              <pc:sldMasterMk cId="1828472170" sldId="2147483648"/>
              <pc:sldLayoutMk cId="1628014796" sldId="2147483693"/>
              <ac:spMk id="4" creationId="{6183848E-A120-C4B9-F10D-7CBE2845CC94}"/>
            </ac:spMkLst>
          </pc:spChg>
          <pc:spChg chg="add mod">
            <ac:chgData name="Brittany Cecilia Pereo Sánchez" userId="eedb845b-1972-4f87-a6df-540a63d308cd" providerId="ADAL" clId="{0D0E9CE9-A87A-4B88-9F51-F934E1343FF8}" dt="2026-04-17T20:25:42.117" v="1475" actId="12789"/>
            <ac:spMkLst>
              <pc:docMk/>
              <pc:sldMasterMk cId="1828472170" sldId="2147483648"/>
              <pc:sldLayoutMk cId="1628014796" sldId="2147483693"/>
              <ac:spMk id="7" creationId="{748263E3-CC95-19F2-328F-968AFAB92A21}"/>
            </ac:spMkLst>
          </pc:spChg>
          <pc:spChg chg="add mod">
            <ac:chgData name="Brittany Cecilia Pereo Sánchez" userId="eedb845b-1972-4f87-a6df-540a63d308cd" providerId="ADAL" clId="{0D0E9CE9-A87A-4B88-9F51-F934E1343FF8}" dt="2026-04-17T20:25:48.059" v="1476" actId="12789"/>
            <ac:spMkLst>
              <pc:docMk/>
              <pc:sldMasterMk cId="1828472170" sldId="2147483648"/>
              <pc:sldLayoutMk cId="1628014796" sldId="2147483693"/>
              <ac:spMk id="8" creationId="{0D965DFE-47DD-3B8A-9BDA-E627C59045B4}"/>
            </ac:spMkLst>
          </pc:spChg>
          <pc:spChg chg="mod">
            <ac:chgData name="Brittany Cecilia Pereo Sánchez" userId="eedb845b-1972-4f87-a6df-540a63d308cd" providerId="ADAL" clId="{0D0E9CE9-A87A-4B88-9F51-F934E1343FF8}" dt="2026-04-17T20:25:42.117" v="1475" actId="12789"/>
            <ac:spMkLst>
              <pc:docMk/>
              <pc:sldMasterMk cId="1828472170" sldId="2147483648"/>
              <pc:sldLayoutMk cId="1628014796" sldId="2147483693"/>
              <ac:spMk id="9" creationId="{DBE10DC2-1F66-D3B9-7A8A-37554D4BDDD2}"/>
            </ac:spMkLst>
          </pc:spChg>
          <pc:spChg chg="add mod">
            <ac:chgData name="Brittany Cecilia Pereo Sánchez" userId="eedb845b-1972-4f87-a6df-540a63d308cd" providerId="ADAL" clId="{0D0E9CE9-A87A-4B88-9F51-F934E1343FF8}" dt="2026-04-17T20:25:48.059" v="1476" actId="12789"/>
            <ac:spMkLst>
              <pc:docMk/>
              <pc:sldMasterMk cId="1828472170" sldId="2147483648"/>
              <pc:sldLayoutMk cId="1628014796" sldId="2147483693"/>
              <ac:spMk id="10" creationId="{ACDB2230-5804-894C-E787-4504EB07EBFE}"/>
            </ac:spMkLst>
          </pc:spChg>
          <pc:spChg chg="mod">
            <ac:chgData name="Brittany Cecilia Pereo Sánchez" userId="eedb845b-1972-4f87-a6df-540a63d308cd" providerId="ADAL" clId="{0D0E9CE9-A87A-4B88-9F51-F934E1343FF8}" dt="2026-04-17T20:25:22.548" v="1451" actId="12789"/>
            <ac:spMkLst>
              <pc:docMk/>
              <pc:sldMasterMk cId="1828472170" sldId="2147483648"/>
              <pc:sldLayoutMk cId="1628014796" sldId="2147483693"/>
              <ac:spMk id="17" creationId="{317140E0-7B98-2A16-9F41-4FC48A68735F}"/>
            </ac:spMkLst>
          </pc:spChg>
          <pc:spChg chg="mod">
            <ac:chgData name="Brittany Cecilia Pereo Sánchez" userId="eedb845b-1972-4f87-a6df-540a63d308cd" providerId="ADAL" clId="{0D0E9CE9-A87A-4B88-9F51-F934E1343FF8}" dt="2026-04-17T20:27:35.195" v="1564" actId="1037"/>
            <ac:spMkLst>
              <pc:docMk/>
              <pc:sldMasterMk cId="1828472170" sldId="2147483648"/>
              <pc:sldLayoutMk cId="1628014796" sldId="2147483693"/>
              <ac:spMk id="23" creationId="{7271BBF8-C8C9-9B00-9F60-4D56556FB8E2}"/>
            </ac:spMkLst>
          </pc:spChg>
          <pc:spChg chg="mod">
            <ac:chgData name="Brittany Cecilia Pereo Sánchez" userId="eedb845b-1972-4f87-a6df-540a63d308cd" providerId="ADAL" clId="{0D0E9CE9-A87A-4B88-9F51-F934E1343FF8}" dt="2026-04-17T20:25:22.548" v="1451" actId="12789"/>
            <ac:spMkLst>
              <pc:docMk/>
              <pc:sldMasterMk cId="1828472170" sldId="2147483648"/>
              <pc:sldLayoutMk cId="1628014796" sldId="2147483693"/>
              <ac:spMk id="29" creationId="{03C58A80-3FBF-432E-3C38-F447B74F528A}"/>
            </ac:spMkLst>
          </pc:spChg>
        </pc:sldLayoutChg>
        <pc:sldLayoutChg chg="modSp mod">
          <pc:chgData name="Brittany Cecilia Pereo Sánchez" userId="eedb845b-1972-4f87-a6df-540a63d308cd" providerId="ADAL" clId="{0D0E9CE9-A87A-4B88-9F51-F934E1343FF8}" dt="2026-04-17T20:28:13.532" v="1590" actId="1037"/>
          <pc:sldLayoutMkLst>
            <pc:docMk/>
            <pc:sldMasterMk cId="1828472170" sldId="2147483648"/>
            <pc:sldLayoutMk cId="643436946" sldId="2147483694"/>
          </pc:sldLayoutMkLst>
          <pc:spChg chg="mod">
            <ac:chgData name="Brittany Cecilia Pereo Sánchez" userId="eedb845b-1972-4f87-a6df-540a63d308cd" providerId="ADAL" clId="{0D0E9CE9-A87A-4B88-9F51-F934E1343FF8}" dt="2026-04-17T20:28:13.532" v="1590" actId="1037"/>
            <ac:spMkLst>
              <pc:docMk/>
              <pc:sldMasterMk cId="1828472170" sldId="2147483648"/>
              <pc:sldLayoutMk cId="643436946" sldId="2147483694"/>
              <ac:spMk id="3" creationId="{7982C61C-2F09-0CD1-03F8-09BE144BC698}"/>
            </ac:spMkLst>
          </pc:spChg>
          <pc:spChg chg="mod">
            <ac:chgData name="Brittany Cecilia Pereo Sánchez" userId="eedb845b-1972-4f87-a6df-540a63d308cd" providerId="ADAL" clId="{0D0E9CE9-A87A-4B88-9F51-F934E1343FF8}" dt="2026-04-17T20:28:13.532" v="1590" actId="1037"/>
            <ac:spMkLst>
              <pc:docMk/>
              <pc:sldMasterMk cId="1828472170" sldId="2147483648"/>
              <pc:sldLayoutMk cId="643436946" sldId="2147483694"/>
              <ac:spMk id="23" creationId="{7271BBF8-C8C9-9B00-9F60-4D56556FB8E2}"/>
            </ac:spMkLst>
          </pc:spChg>
        </pc:sldLayoutChg>
        <pc:sldLayoutChg chg="modSp mod">
          <pc:chgData name="Brittany Cecilia Pereo Sánchez" userId="eedb845b-1972-4f87-a6df-540a63d308cd" providerId="ADAL" clId="{0D0E9CE9-A87A-4B88-9F51-F934E1343FF8}" dt="2026-04-17T20:28:34.621" v="1620" actId="1035"/>
          <pc:sldLayoutMkLst>
            <pc:docMk/>
            <pc:sldMasterMk cId="1828472170" sldId="2147483648"/>
            <pc:sldLayoutMk cId="2565407395" sldId="2147483695"/>
          </pc:sldLayoutMkLst>
          <pc:spChg chg="mod">
            <ac:chgData name="Brittany Cecilia Pereo Sánchez" userId="eedb845b-1972-4f87-a6df-540a63d308cd" providerId="ADAL" clId="{0D0E9CE9-A87A-4B88-9F51-F934E1343FF8}" dt="2026-04-17T20:28:34.621" v="1620" actId="1035"/>
            <ac:spMkLst>
              <pc:docMk/>
              <pc:sldMasterMk cId="1828472170" sldId="2147483648"/>
              <pc:sldLayoutMk cId="2565407395" sldId="2147483695"/>
              <ac:spMk id="2" creationId="{68F9A28E-C048-3D39-1D57-5222B9F9AAF9}"/>
            </ac:spMkLst>
          </pc:spChg>
          <pc:spChg chg="mod">
            <ac:chgData name="Brittany Cecilia Pereo Sánchez" userId="eedb845b-1972-4f87-a6df-540a63d308cd" providerId="ADAL" clId="{0D0E9CE9-A87A-4B88-9F51-F934E1343FF8}" dt="2026-04-17T20:18:07.973" v="1360" actId="14100"/>
            <ac:spMkLst>
              <pc:docMk/>
              <pc:sldMasterMk cId="1828472170" sldId="2147483648"/>
              <pc:sldLayoutMk cId="2565407395" sldId="2147483695"/>
              <ac:spMk id="3" creationId="{AF9EAB18-A3C6-0AC3-8BDC-4ABBBEDFF7B1}"/>
            </ac:spMkLst>
          </pc:spChg>
          <pc:spChg chg="mod">
            <ac:chgData name="Brittany Cecilia Pereo Sánchez" userId="eedb845b-1972-4f87-a6df-540a63d308cd" providerId="ADAL" clId="{0D0E9CE9-A87A-4B88-9F51-F934E1343FF8}" dt="2026-04-17T20:18:07.973" v="1360" actId="14100"/>
            <ac:spMkLst>
              <pc:docMk/>
              <pc:sldMasterMk cId="1828472170" sldId="2147483648"/>
              <pc:sldLayoutMk cId="2565407395" sldId="2147483695"/>
              <ac:spMk id="9" creationId="{5350C584-6806-DCAC-B1CE-2638B13CB7B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7927D54E-8C2E-5140-8C91-3FEA4A3A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2D13BB7-3677-894F-9A14-A006787831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092CE-056A-8E4F-AA38-7AF6D4E38A72}" type="datetimeFigureOut">
              <a:rPr lang="es-MX" smtClean="0"/>
              <a:t>25/06/2026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1DC28EA-8CAC-E143-B39A-5889FAF729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8C73B85-DAD0-4144-A9F5-B99516FD33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3F5F3-A0C0-064E-A21B-3D52FC9E2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5397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E016B-CAC3-6B4C-90C0-D7AA6A747DA3}" type="datetimeFigureOut">
              <a:rPr lang="es-MX" smtClean="0"/>
              <a:t>25/06/2026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BF3107-FFE8-3645-B89F-777090C37BF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8904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137A33-B79A-F64E-F541-047F8AB686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0633" y="1626785"/>
            <a:ext cx="12192000" cy="1792879"/>
          </a:xfrm>
          <a:prstGeom prst="rect">
            <a:avLst/>
          </a:prstGeom>
          <a:noFill/>
        </p:spPr>
        <p:txBody>
          <a:bodyPr/>
          <a:lstStyle>
            <a:lvl1pPr algn="ctr">
              <a:defRPr sz="4000" b="1" i="0">
                <a:solidFill>
                  <a:srgbClr val="9C2148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Título Noto Sans 1 piso 40 </a:t>
            </a:r>
            <a:r>
              <a:rPr lang="es-ES" dirty="0" err="1"/>
              <a:t>pts</a:t>
            </a:r>
            <a:br>
              <a:rPr lang="es-ES" dirty="0"/>
            </a:br>
            <a:r>
              <a:rPr lang="es-ES" dirty="0"/>
              <a:t>Título Noto Sans 2 pisos 40 </a:t>
            </a:r>
            <a:r>
              <a:rPr lang="es-ES" dirty="0" err="1"/>
              <a:t>pts</a:t>
            </a:r>
            <a:br>
              <a:rPr lang="es-ES" dirty="0"/>
            </a:br>
            <a:r>
              <a:rPr lang="es-ES" dirty="0"/>
              <a:t>(</a:t>
            </a:r>
            <a:r>
              <a:rPr lang="es-ES" dirty="0" err="1"/>
              <a:t>ccc</a:t>
            </a:r>
            <a:r>
              <a:rPr lang="es-ES" dirty="0"/>
              <a:t>)</a:t>
            </a:r>
            <a:endParaRPr lang="es-MX" dirty="0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E6EEB876-5382-B56F-2136-D31B7128E8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-10633" y="3503344"/>
            <a:ext cx="12192000" cy="4519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500" b="0" i="0">
                <a:solidFill>
                  <a:srgbClr val="6E152E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00 de mes de 2026</a:t>
            </a:r>
          </a:p>
        </p:txBody>
      </p:sp>
      <p:pic>
        <p:nvPicPr>
          <p:cNvPr id="3" name="Picture 2" descr="Texto&#10;&#10;Descripción generada automáticamente">
            <a:extLst>
              <a:ext uri="{FF2B5EF4-FFF2-40B4-BE49-F238E27FC236}">
                <a16:creationId xmlns:a16="http://schemas.microsoft.com/office/drawing/2014/main" id="{34B9A42A-2C7C-C689-134C-4556D8DC6579}"/>
              </a:ext>
            </a:extLst>
          </p:cNvPr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008" y="268357"/>
            <a:ext cx="3071192" cy="95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gotipos del Gobierno de México - Wikipedia, la enciclopedia libre">
            <a:extLst>
              <a:ext uri="{FF2B5EF4-FFF2-40B4-BE49-F238E27FC236}">
                <a16:creationId xmlns:a16="http://schemas.microsoft.com/office/drawing/2014/main" id="{603E40EF-7123-5C02-2B5E-527FA760DEF6}"/>
              </a:ext>
            </a:extLst>
          </p:cNvPr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28601"/>
            <a:ext cx="2592000" cy="95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4150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aluebox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183848E-A120-C4B9-F10D-7CBE2845CC94}"/>
              </a:ext>
            </a:extLst>
          </p:cNvPr>
          <p:cNvSpPr/>
          <p:nvPr userDrawn="1"/>
        </p:nvSpPr>
        <p:spPr>
          <a:xfrm>
            <a:off x="26405" y="-3777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000" dirty="0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E1564914-567F-65A0-5B6B-D47DC9FA6871}"/>
              </a:ext>
            </a:extLst>
          </p:cNvPr>
          <p:cNvCxnSpPr>
            <a:cxnSpLocks/>
          </p:cNvCxnSpPr>
          <p:nvPr userDrawn="1"/>
        </p:nvCxnSpPr>
        <p:spPr>
          <a:xfrm>
            <a:off x="1785" y="970560"/>
            <a:ext cx="9201150" cy="0"/>
          </a:xfrm>
          <a:prstGeom prst="line">
            <a:avLst/>
          </a:prstGeom>
          <a:ln w="38100">
            <a:solidFill>
              <a:srgbClr val="9C2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ítulo 1">
            <a:extLst>
              <a:ext uri="{FF2B5EF4-FFF2-40B4-BE49-F238E27FC236}">
                <a16:creationId xmlns:a16="http://schemas.microsoft.com/office/drawing/2014/main" id="{7982C61C-2F09-0CD1-03F8-09BE144BC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03" y="-33042"/>
            <a:ext cx="8618556" cy="910502"/>
          </a:xfrm>
          <a:prstGeom prst="rect">
            <a:avLst/>
          </a:prstGeom>
          <a:noFill/>
        </p:spPr>
        <p:txBody>
          <a:bodyPr/>
          <a:lstStyle>
            <a:lvl1pPr algn="l">
              <a:defRPr sz="2800" b="1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pic>
        <p:nvPicPr>
          <p:cNvPr id="5" name="Picture 2" descr="Texto&#10;&#10;Descripción generada automáticamente">
            <a:extLst>
              <a:ext uri="{FF2B5EF4-FFF2-40B4-BE49-F238E27FC236}">
                <a16:creationId xmlns:a16="http://schemas.microsoft.com/office/drawing/2014/main" id="{74C1C172-99AF-03FD-D6C5-FA6AC08EE8C8}"/>
              </a:ext>
            </a:extLst>
          </p:cNvPr>
          <p:cNvPicPr/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217" y="29819"/>
            <a:ext cx="1896498" cy="47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Logotipos del Gobierno de México - Wikipedia, la enciclopedia libre">
            <a:extLst>
              <a:ext uri="{FF2B5EF4-FFF2-40B4-BE49-F238E27FC236}">
                <a16:creationId xmlns:a16="http://schemas.microsoft.com/office/drawing/2014/main" id="{8B3500A2-EDCF-1C99-2ECC-D93598882C41}"/>
              </a:ext>
            </a:extLst>
          </p:cNvPr>
          <p:cNvPicPr/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555" y="37770"/>
            <a:ext cx="1378052" cy="54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DBE10DC2-1F66-D3B9-7A8A-37554D4BDDD2}"/>
              </a:ext>
            </a:extLst>
          </p:cNvPr>
          <p:cNvSpPr/>
          <p:nvPr userDrawn="1"/>
        </p:nvSpPr>
        <p:spPr>
          <a:xfrm flipV="1">
            <a:off x="969380" y="2359655"/>
            <a:ext cx="4320000" cy="45719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MX" dirty="0"/>
          </a:p>
        </p:txBody>
      </p:sp>
      <p:sp>
        <p:nvSpPr>
          <p:cNvPr id="17" name="CuadroTexto 17">
            <a:extLst>
              <a:ext uri="{FF2B5EF4-FFF2-40B4-BE49-F238E27FC236}">
                <a16:creationId xmlns:a16="http://schemas.microsoft.com/office/drawing/2014/main" id="{317140E0-7B98-2A16-9F41-4FC48A68735F}"/>
              </a:ext>
            </a:extLst>
          </p:cNvPr>
          <p:cNvSpPr txBox="1"/>
          <p:nvPr userDrawn="1"/>
        </p:nvSpPr>
        <p:spPr>
          <a:xfrm>
            <a:off x="2444152" y="1972522"/>
            <a:ext cx="137045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b="1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Consultas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2AD2D9D-27EA-7991-1F94-88632501BBDE}"/>
              </a:ext>
            </a:extLst>
          </p:cNvPr>
          <p:cNvSpPr txBox="1"/>
          <p:nvPr userDrawn="1"/>
        </p:nvSpPr>
        <p:spPr>
          <a:xfrm>
            <a:off x="14095" y="4017017"/>
            <a:ext cx="607247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s-MX" sz="18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 de personas atendidas </a:t>
            </a:r>
          </a:p>
        </p:txBody>
      </p:sp>
      <p:sp>
        <p:nvSpPr>
          <p:cNvPr id="23" name="fecha">
            <a:extLst>
              <a:ext uri="{FF2B5EF4-FFF2-40B4-BE49-F238E27FC236}">
                <a16:creationId xmlns:a16="http://schemas.microsoft.com/office/drawing/2014/main" id="{7271BBF8-C8C9-9B00-9F60-4D56556FB8E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-554" y="555166"/>
            <a:ext cx="7294447" cy="322263"/>
          </a:xfrm>
          <a:prstGeom prst="rect">
            <a:avLst/>
          </a:prstGeom>
        </p:spPr>
        <p:txBody>
          <a:bodyPr/>
          <a:lstStyle>
            <a:lvl2pPr algn="l">
              <a:buFontTx/>
              <a:buNone/>
              <a:defRPr lang="es-MX" sz="1800" b="1" kern="1200" dirty="0">
                <a:solidFill>
                  <a:srgbClr val="37415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</a:lstStyle>
          <a:p>
            <a:pPr lvl="1"/>
            <a:r>
              <a:rPr lang="es-MX" dirty="0"/>
              <a:t>Fecha</a:t>
            </a:r>
          </a:p>
        </p:txBody>
      </p:sp>
      <p:sp>
        <p:nvSpPr>
          <p:cNvPr id="29" name="CuadroTexto 17">
            <a:extLst>
              <a:ext uri="{FF2B5EF4-FFF2-40B4-BE49-F238E27FC236}">
                <a16:creationId xmlns:a16="http://schemas.microsoft.com/office/drawing/2014/main" id="{03C58A80-3FBF-432E-3C38-F447B74F528A}"/>
              </a:ext>
            </a:extLst>
          </p:cNvPr>
          <p:cNvSpPr txBox="1"/>
          <p:nvPr userDrawn="1"/>
        </p:nvSpPr>
        <p:spPr>
          <a:xfrm>
            <a:off x="7293894" y="1972522"/>
            <a:ext cx="254021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b="1" dirty="0">
                <a:solidFill>
                  <a:srgbClr val="475569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 atendidas</a:t>
            </a:r>
            <a:endParaRPr lang="es-MX" sz="1800" b="1" dirty="0">
              <a:solidFill>
                <a:srgbClr val="33415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48263E3-CC95-19F2-328F-968AFAB92A21}"/>
              </a:ext>
            </a:extLst>
          </p:cNvPr>
          <p:cNvSpPr/>
          <p:nvPr userDrawn="1"/>
        </p:nvSpPr>
        <p:spPr>
          <a:xfrm flipV="1">
            <a:off x="6404003" y="2359655"/>
            <a:ext cx="4320000" cy="45719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MX" dirty="0"/>
          </a:p>
        </p:txBody>
      </p:sp>
      <p:sp>
        <p:nvSpPr>
          <p:cNvPr id="8" name="arriba 1">
            <a:extLst>
              <a:ext uri="{FF2B5EF4-FFF2-40B4-BE49-F238E27FC236}">
                <a16:creationId xmlns:a16="http://schemas.microsoft.com/office/drawing/2014/main" id="{0D965DFE-47DD-3B8A-9BDA-E627C5904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4973" y="2534660"/>
            <a:ext cx="3388815" cy="226477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None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10" name="abajo 1">
            <a:extLst>
              <a:ext uri="{FF2B5EF4-FFF2-40B4-BE49-F238E27FC236}">
                <a16:creationId xmlns:a16="http://schemas.microsoft.com/office/drawing/2014/main" id="{ACDB2230-5804-894C-E787-4504EB07EBF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869596" y="2534660"/>
            <a:ext cx="3388815" cy="226477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None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28014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valuebox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183848E-A120-C4B9-F10D-7CBE2845CC94}"/>
              </a:ext>
            </a:extLst>
          </p:cNvPr>
          <p:cNvSpPr/>
          <p:nvPr userDrawn="1"/>
        </p:nvSpPr>
        <p:spPr>
          <a:xfrm>
            <a:off x="30987" y="949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000" dirty="0"/>
          </a:p>
        </p:txBody>
      </p:sp>
      <p:sp>
        <p:nvSpPr>
          <p:cNvPr id="11" name="arriba 1">
            <a:extLst>
              <a:ext uri="{FF2B5EF4-FFF2-40B4-BE49-F238E27FC236}">
                <a16:creationId xmlns:a16="http://schemas.microsoft.com/office/drawing/2014/main" id="{C385F05A-81D6-A258-6E7C-96BCD0063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162" y="1591192"/>
            <a:ext cx="3388815" cy="226477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None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12" name="arriba 2">
            <a:extLst>
              <a:ext uri="{FF2B5EF4-FFF2-40B4-BE49-F238E27FC236}">
                <a16:creationId xmlns:a16="http://schemas.microsoft.com/office/drawing/2014/main" id="{C5447F7F-FA8C-2873-556C-DA7B8D310BC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18726" y="1591192"/>
            <a:ext cx="3388815" cy="226477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13" name="arriba 3">
            <a:extLst>
              <a:ext uri="{FF2B5EF4-FFF2-40B4-BE49-F238E27FC236}">
                <a16:creationId xmlns:a16="http://schemas.microsoft.com/office/drawing/2014/main" id="{7D078E0A-5D9F-D49C-6FE0-5BE14C35E92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410606" y="1591192"/>
            <a:ext cx="3388815" cy="226477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15" name="abajo 1">
            <a:extLst>
              <a:ext uri="{FF2B5EF4-FFF2-40B4-BE49-F238E27FC236}">
                <a16:creationId xmlns:a16="http://schemas.microsoft.com/office/drawing/2014/main" id="{C3626D35-66EE-2250-EAFC-B648CB3E956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8975" y="4284709"/>
            <a:ext cx="3388815" cy="226477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None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16" name="abajo 2">
            <a:extLst>
              <a:ext uri="{FF2B5EF4-FFF2-40B4-BE49-F238E27FC236}">
                <a16:creationId xmlns:a16="http://schemas.microsoft.com/office/drawing/2014/main" id="{B29797E0-ED0B-EB40-4151-EBF9E1C9BC3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919580" y="4284878"/>
            <a:ext cx="3388815" cy="226477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19" name="abajo 3">
            <a:extLst>
              <a:ext uri="{FF2B5EF4-FFF2-40B4-BE49-F238E27FC236}">
                <a16:creationId xmlns:a16="http://schemas.microsoft.com/office/drawing/2014/main" id="{27182612-18B0-173C-ADE0-86A688D9C5C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409000" y="4284878"/>
            <a:ext cx="3388815" cy="226477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E1564914-567F-65A0-5B6B-D47DC9FA6871}"/>
              </a:ext>
            </a:extLst>
          </p:cNvPr>
          <p:cNvCxnSpPr>
            <a:cxnSpLocks/>
          </p:cNvCxnSpPr>
          <p:nvPr userDrawn="1"/>
        </p:nvCxnSpPr>
        <p:spPr>
          <a:xfrm>
            <a:off x="1785" y="970560"/>
            <a:ext cx="9201150" cy="0"/>
          </a:xfrm>
          <a:prstGeom prst="line">
            <a:avLst/>
          </a:prstGeom>
          <a:ln w="38100">
            <a:solidFill>
              <a:srgbClr val="9C2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ítulo 1">
            <a:extLst>
              <a:ext uri="{FF2B5EF4-FFF2-40B4-BE49-F238E27FC236}">
                <a16:creationId xmlns:a16="http://schemas.microsoft.com/office/drawing/2014/main" id="{7982C61C-2F09-0CD1-03F8-09BE144BC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69" y="9490"/>
            <a:ext cx="8618556" cy="910502"/>
          </a:xfrm>
          <a:prstGeom prst="rect">
            <a:avLst/>
          </a:prstGeom>
          <a:noFill/>
        </p:spPr>
        <p:txBody>
          <a:bodyPr/>
          <a:lstStyle>
            <a:lvl1pPr algn="l">
              <a:defRPr sz="2800" b="1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pic>
        <p:nvPicPr>
          <p:cNvPr id="5" name="Picture 2" descr="Texto&#10;&#10;Descripción generada automáticamente">
            <a:extLst>
              <a:ext uri="{FF2B5EF4-FFF2-40B4-BE49-F238E27FC236}">
                <a16:creationId xmlns:a16="http://schemas.microsoft.com/office/drawing/2014/main" id="{74C1C172-99AF-03FD-D6C5-FA6AC08EE8C8}"/>
              </a:ext>
            </a:extLst>
          </p:cNvPr>
          <p:cNvPicPr/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217" y="29819"/>
            <a:ext cx="1896498" cy="47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Logotipos del Gobierno de México - Wikipedia, la enciclopedia libre">
            <a:extLst>
              <a:ext uri="{FF2B5EF4-FFF2-40B4-BE49-F238E27FC236}">
                <a16:creationId xmlns:a16="http://schemas.microsoft.com/office/drawing/2014/main" id="{8B3500A2-EDCF-1C99-2ECC-D93598882C41}"/>
              </a:ext>
            </a:extLst>
          </p:cNvPr>
          <p:cNvPicPr/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555" y="37770"/>
            <a:ext cx="1378052" cy="54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DBE10DC2-1F66-D3B9-7A8A-37554D4BDDD2}"/>
              </a:ext>
            </a:extLst>
          </p:cNvPr>
          <p:cNvSpPr/>
          <p:nvPr userDrawn="1"/>
        </p:nvSpPr>
        <p:spPr>
          <a:xfrm>
            <a:off x="318976" y="1471009"/>
            <a:ext cx="10531394" cy="51254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MX" dirty="0"/>
          </a:p>
        </p:txBody>
      </p:sp>
      <p:sp>
        <p:nvSpPr>
          <p:cNvPr id="17" name="CuadroTexto 17">
            <a:extLst>
              <a:ext uri="{FF2B5EF4-FFF2-40B4-BE49-F238E27FC236}">
                <a16:creationId xmlns:a16="http://schemas.microsoft.com/office/drawing/2014/main" id="{317140E0-7B98-2A16-9F41-4FC48A68735F}"/>
              </a:ext>
            </a:extLst>
          </p:cNvPr>
          <p:cNvSpPr txBox="1"/>
          <p:nvPr userDrawn="1"/>
        </p:nvSpPr>
        <p:spPr>
          <a:xfrm>
            <a:off x="318976" y="1185608"/>
            <a:ext cx="1020102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b="1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Consultas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2AD2D9D-27EA-7991-1F94-88632501BBDE}"/>
              </a:ext>
            </a:extLst>
          </p:cNvPr>
          <p:cNvSpPr txBox="1"/>
          <p:nvPr userDrawn="1"/>
        </p:nvSpPr>
        <p:spPr>
          <a:xfrm>
            <a:off x="14095" y="4017017"/>
            <a:ext cx="607247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s-MX" sz="18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 de personas atendidas 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12A8458-D94F-641A-7879-75BA3A512EF9}"/>
              </a:ext>
            </a:extLst>
          </p:cNvPr>
          <p:cNvSpPr/>
          <p:nvPr userDrawn="1"/>
        </p:nvSpPr>
        <p:spPr>
          <a:xfrm>
            <a:off x="318976" y="4140691"/>
            <a:ext cx="10531394" cy="51254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MX"/>
          </a:p>
        </p:txBody>
      </p:sp>
      <p:sp>
        <p:nvSpPr>
          <p:cNvPr id="23" name="fecha">
            <a:extLst>
              <a:ext uri="{FF2B5EF4-FFF2-40B4-BE49-F238E27FC236}">
                <a16:creationId xmlns:a16="http://schemas.microsoft.com/office/drawing/2014/main" id="{7271BBF8-C8C9-9B00-9F60-4D56556FB8E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0987" y="597698"/>
            <a:ext cx="7276554" cy="322263"/>
          </a:xfrm>
          <a:prstGeom prst="rect">
            <a:avLst/>
          </a:prstGeom>
        </p:spPr>
        <p:txBody>
          <a:bodyPr/>
          <a:lstStyle>
            <a:lvl2pPr marL="0" algn="l">
              <a:buFontTx/>
              <a:buNone/>
              <a:defRPr lang="es-MX" sz="1800" b="1" kern="1200" dirty="0">
                <a:solidFill>
                  <a:srgbClr val="37415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</a:lstStyle>
          <a:p>
            <a:pPr lvl="1"/>
            <a:r>
              <a:rPr lang="es-MX" dirty="0"/>
              <a:t>Fecha</a:t>
            </a:r>
          </a:p>
        </p:txBody>
      </p:sp>
      <p:sp>
        <p:nvSpPr>
          <p:cNvPr id="29" name="CuadroTexto 17">
            <a:extLst>
              <a:ext uri="{FF2B5EF4-FFF2-40B4-BE49-F238E27FC236}">
                <a16:creationId xmlns:a16="http://schemas.microsoft.com/office/drawing/2014/main" id="{03C58A80-3FBF-432E-3C38-F447B74F528A}"/>
              </a:ext>
            </a:extLst>
          </p:cNvPr>
          <p:cNvSpPr txBox="1"/>
          <p:nvPr userDrawn="1"/>
        </p:nvSpPr>
        <p:spPr>
          <a:xfrm>
            <a:off x="318976" y="3837998"/>
            <a:ext cx="1020102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b="1">
                <a:solidFill>
                  <a:srgbClr val="475569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 atendidas</a:t>
            </a:r>
            <a:endParaRPr lang="es-MX" sz="1800" b="1" dirty="0">
              <a:solidFill>
                <a:srgbClr val="33415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387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valuebox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183848E-A120-C4B9-F10D-7CBE2845CC94}"/>
              </a:ext>
            </a:extLst>
          </p:cNvPr>
          <p:cNvSpPr/>
          <p:nvPr userDrawn="1"/>
        </p:nvSpPr>
        <p:spPr>
          <a:xfrm>
            <a:off x="30987" y="949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000" dirty="0"/>
          </a:p>
        </p:txBody>
      </p:sp>
      <p:sp>
        <p:nvSpPr>
          <p:cNvPr id="11" name="arriba 1">
            <a:extLst>
              <a:ext uri="{FF2B5EF4-FFF2-40B4-BE49-F238E27FC236}">
                <a16:creationId xmlns:a16="http://schemas.microsoft.com/office/drawing/2014/main" id="{C385F05A-81D6-A258-6E7C-96BCD0063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87" y="1878273"/>
            <a:ext cx="2605252" cy="205866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None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12" name="arriba 2">
            <a:extLst>
              <a:ext uri="{FF2B5EF4-FFF2-40B4-BE49-F238E27FC236}">
                <a16:creationId xmlns:a16="http://schemas.microsoft.com/office/drawing/2014/main" id="{C5447F7F-FA8C-2873-556C-DA7B8D310BC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834201" y="1878273"/>
            <a:ext cx="2605252" cy="205866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13" name="arriba 3">
            <a:extLst>
              <a:ext uri="{FF2B5EF4-FFF2-40B4-BE49-F238E27FC236}">
                <a16:creationId xmlns:a16="http://schemas.microsoft.com/office/drawing/2014/main" id="{7D078E0A-5D9F-D49C-6FE0-5BE14C35E92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560540" y="1878273"/>
            <a:ext cx="2870761" cy="205866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14" name="arriba 4">
            <a:extLst>
              <a:ext uri="{FF2B5EF4-FFF2-40B4-BE49-F238E27FC236}">
                <a16:creationId xmlns:a16="http://schemas.microsoft.com/office/drawing/2014/main" id="{01828AF9-73E8-8A01-3829-C9686F8D5C8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629972" y="1878273"/>
            <a:ext cx="3363544" cy="205866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15" name="abajo 1">
            <a:extLst>
              <a:ext uri="{FF2B5EF4-FFF2-40B4-BE49-F238E27FC236}">
                <a16:creationId xmlns:a16="http://schemas.microsoft.com/office/drawing/2014/main" id="{C3626D35-66EE-2250-EAFC-B648CB3E956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000" y="4550522"/>
            <a:ext cx="2605252" cy="205866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None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16" name="abajo 2">
            <a:extLst>
              <a:ext uri="{FF2B5EF4-FFF2-40B4-BE49-F238E27FC236}">
                <a16:creationId xmlns:a16="http://schemas.microsoft.com/office/drawing/2014/main" id="{B29797E0-ED0B-EB40-4151-EBF9E1C9BC3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835055" y="4550691"/>
            <a:ext cx="2605252" cy="205866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19" name="abajo 3">
            <a:extLst>
              <a:ext uri="{FF2B5EF4-FFF2-40B4-BE49-F238E27FC236}">
                <a16:creationId xmlns:a16="http://schemas.microsoft.com/office/drawing/2014/main" id="{27182612-18B0-173C-ADE0-86A688D9C5C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558934" y="4550691"/>
            <a:ext cx="2870761" cy="205866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20" name="abajo 4">
            <a:extLst>
              <a:ext uri="{FF2B5EF4-FFF2-40B4-BE49-F238E27FC236}">
                <a16:creationId xmlns:a16="http://schemas.microsoft.com/office/drawing/2014/main" id="{0EB2E296-EE83-D4EB-EFD0-270490F3D5E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630860" y="4550691"/>
            <a:ext cx="3363544" cy="205866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E1564914-567F-65A0-5B6B-D47DC9FA6871}"/>
              </a:ext>
            </a:extLst>
          </p:cNvPr>
          <p:cNvCxnSpPr>
            <a:cxnSpLocks/>
          </p:cNvCxnSpPr>
          <p:nvPr userDrawn="1"/>
        </p:nvCxnSpPr>
        <p:spPr>
          <a:xfrm>
            <a:off x="1785" y="970560"/>
            <a:ext cx="9201150" cy="0"/>
          </a:xfrm>
          <a:prstGeom prst="line">
            <a:avLst/>
          </a:prstGeom>
          <a:ln w="38100">
            <a:solidFill>
              <a:srgbClr val="9C2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ítulo 1">
            <a:extLst>
              <a:ext uri="{FF2B5EF4-FFF2-40B4-BE49-F238E27FC236}">
                <a16:creationId xmlns:a16="http://schemas.microsoft.com/office/drawing/2014/main" id="{7982C61C-2F09-0CD1-03F8-09BE144BC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35" y="9490"/>
            <a:ext cx="8618556" cy="910502"/>
          </a:xfrm>
          <a:prstGeom prst="rect">
            <a:avLst/>
          </a:prstGeom>
          <a:noFill/>
        </p:spPr>
        <p:txBody>
          <a:bodyPr/>
          <a:lstStyle>
            <a:lvl1pPr algn="l">
              <a:defRPr sz="2800" b="1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pic>
        <p:nvPicPr>
          <p:cNvPr id="5" name="Picture 2" descr="Texto&#10;&#10;Descripción generada automáticamente">
            <a:extLst>
              <a:ext uri="{FF2B5EF4-FFF2-40B4-BE49-F238E27FC236}">
                <a16:creationId xmlns:a16="http://schemas.microsoft.com/office/drawing/2014/main" id="{74C1C172-99AF-03FD-D6C5-FA6AC08EE8C8}"/>
              </a:ext>
            </a:extLst>
          </p:cNvPr>
          <p:cNvPicPr/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217" y="29819"/>
            <a:ext cx="1896498" cy="47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Logotipos del Gobierno de México - Wikipedia, la enciclopedia libre">
            <a:extLst>
              <a:ext uri="{FF2B5EF4-FFF2-40B4-BE49-F238E27FC236}">
                <a16:creationId xmlns:a16="http://schemas.microsoft.com/office/drawing/2014/main" id="{8B3500A2-EDCF-1C99-2ECC-D93598882C41}"/>
              </a:ext>
            </a:extLst>
          </p:cNvPr>
          <p:cNvPicPr/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555" y="37770"/>
            <a:ext cx="1378052" cy="54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85B45DB-FA19-193F-45C3-AB39116C6E6F}"/>
              </a:ext>
            </a:extLst>
          </p:cNvPr>
          <p:cNvSpPr/>
          <p:nvPr userDrawn="1"/>
        </p:nvSpPr>
        <p:spPr>
          <a:xfrm>
            <a:off x="8483257" y="1756800"/>
            <a:ext cx="3600000" cy="36000"/>
          </a:xfrm>
          <a:prstGeom prst="rect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BE10DC2-1F66-D3B9-7A8A-37554D4BDDD2}"/>
              </a:ext>
            </a:extLst>
          </p:cNvPr>
          <p:cNvSpPr/>
          <p:nvPr userDrawn="1"/>
        </p:nvSpPr>
        <p:spPr>
          <a:xfrm>
            <a:off x="0" y="1758091"/>
            <a:ext cx="8424000" cy="3600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MX" dirty="0"/>
          </a:p>
        </p:txBody>
      </p:sp>
      <p:sp>
        <p:nvSpPr>
          <p:cNvPr id="10" name="CuadroTexto 12">
            <a:extLst>
              <a:ext uri="{FF2B5EF4-FFF2-40B4-BE49-F238E27FC236}">
                <a16:creationId xmlns:a16="http://schemas.microsoft.com/office/drawing/2014/main" id="{A55E2FEB-23FF-39B6-835F-2FA5C54E826D}"/>
              </a:ext>
            </a:extLst>
          </p:cNvPr>
          <p:cNvSpPr txBox="1"/>
          <p:nvPr userDrawn="1"/>
        </p:nvSpPr>
        <p:spPr>
          <a:xfrm>
            <a:off x="8635855" y="1370153"/>
            <a:ext cx="329480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b="1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Productividad hospitalaria </a:t>
            </a:r>
          </a:p>
        </p:txBody>
      </p:sp>
      <p:sp>
        <p:nvSpPr>
          <p:cNvPr id="17" name="CuadroTexto 17">
            <a:extLst>
              <a:ext uri="{FF2B5EF4-FFF2-40B4-BE49-F238E27FC236}">
                <a16:creationId xmlns:a16="http://schemas.microsoft.com/office/drawing/2014/main" id="{317140E0-7B98-2A16-9F41-4FC48A68735F}"/>
              </a:ext>
            </a:extLst>
          </p:cNvPr>
          <p:cNvSpPr txBox="1"/>
          <p:nvPr userDrawn="1"/>
        </p:nvSpPr>
        <p:spPr>
          <a:xfrm>
            <a:off x="0" y="1439651"/>
            <a:ext cx="704387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b="1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Consultas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2AD2D9D-27EA-7991-1F94-88632501BBDE}"/>
              </a:ext>
            </a:extLst>
          </p:cNvPr>
          <p:cNvSpPr txBox="1"/>
          <p:nvPr userDrawn="1"/>
        </p:nvSpPr>
        <p:spPr>
          <a:xfrm>
            <a:off x="14095" y="4017017"/>
            <a:ext cx="607247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s-MX" sz="18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 de personas atendidas </a:t>
            </a:r>
          </a:p>
        </p:txBody>
      </p:sp>
      <p:sp>
        <p:nvSpPr>
          <p:cNvPr id="23" name="fecha">
            <a:extLst>
              <a:ext uri="{FF2B5EF4-FFF2-40B4-BE49-F238E27FC236}">
                <a16:creationId xmlns:a16="http://schemas.microsoft.com/office/drawing/2014/main" id="{7271BBF8-C8C9-9B00-9F60-4D56556FB8E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0987" y="597698"/>
            <a:ext cx="7896954" cy="322263"/>
          </a:xfrm>
          <a:prstGeom prst="rect">
            <a:avLst/>
          </a:prstGeom>
        </p:spPr>
        <p:txBody>
          <a:bodyPr/>
          <a:lstStyle>
            <a:lvl2pPr marL="0" algn="l">
              <a:buFontTx/>
              <a:buNone/>
              <a:defRPr lang="es-MX" sz="1800" b="1" kern="1200" dirty="0">
                <a:solidFill>
                  <a:srgbClr val="37415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</a:lstStyle>
          <a:p>
            <a:pPr lvl="1"/>
            <a:r>
              <a:rPr lang="es-MX" dirty="0"/>
              <a:t>Fecha</a:t>
            </a:r>
          </a:p>
        </p:txBody>
      </p:sp>
      <p:sp>
        <p:nvSpPr>
          <p:cNvPr id="29" name="CuadroTexto 17">
            <a:extLst>
              <a:ext uri="{FF2B5EF4-FFF2-40B4-BE49-F238E27FC236}">
                <a16:creationId xmlns:a16="http://schemas.microsoft.com/office/drawing/2014/main" id="{03C58A80-3FBF-432E-3C38-F447B74F528A}"/>
              </a:ext>
            </a:extLst>
          </p:cNvPr>
          <p:cNvSpPr txBox="1"/>
          <p:nvPr userDrawn="1"/>
        </p:nvSpPr>
        <p:spPr>
          <a:xfrm>
            <a:off x="0" y="4092041"/>
            <a:ext cx="704387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b="1">
                <a:solidFill>
                  <a:srgbClr val="475569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 atendidas</a:t>
            </a:r>
            <a:endParaRPr lang="es-MX" sz="1800" b="1" dirty="0">
              <a:solidFill>
                <a:srgbClr val="33415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8" name="CuadroTexto 12">
            <a:extLst>
              <a:ext uri="{FF2B5EF4-FFF2-40B4-BE49-F238E27FC236}">
                <a16:creationId xmlns:a16="http://schemas.microsoft.com/office/drawing/2014/main" id="{ADE34D5A-4FCB-8997-E032-B5803124F22F}"/>
              </a:ext>
            </a:extLst>
          </p:cNvPr>
          <p:cNvSpPr txBox="1"/>
          <p:nvPr userDrawn="1"/>
        </p:nvSpPr>
        <p:spPr>
          <a:xfrm>
            <a:off x="8884041" y="4094421"/>
            <a:ext cx="294874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b="1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 hospitalizadas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21BF733-91DB-2353-4161-2DBCF57D97F7}"/>
              </a:ext>
            </a:extLst>
          </p:cNvPr>
          <p:cNvSpPr/>
          <p:nvPr userDrawn="1"/>
        </p:nvSpPr>
        <p:spPr>
          <a:xfrm>
            <a:off x="8558415" y="4429117"/>
            <a:ext cx="3600000" cy="36000"/>
          </a:xfrm>
          <a:prstGeom prst="rect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MX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B617202C-E77F-5AB3-95D6-A378BA86B32F}"/>
              </a:ext>
            </a:extLst>
          </p:cNvPr>
          <p:cNvSpPr/>
          <p:nvPr userDrawn="1"/>
        </p:nvSpPr>
        <p:spPr>
          <a:xfrm>
            <a:off x="3542" y="4430408"/>
            <a:ext cx="8424000" cy="3600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32447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valuebox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183848E-A120-C4B9-F10D-7CBE2845CC94}"/>
              </a:ext>
            </a:extLst>
          </p:cNvPr>
          <p:cNvSpPr/>
          <p:nvPr userDrawn="1"/>
        </p:nvSpPr>
        <p:spPr>
          <a:xfrm>
            <a:off x="30987" y="949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000" dirty="0"/>
          </a:p>
        </p:txBody>
      </p:sp>
      <p:sp>
        <p:nvSpPr>
          <p:cNvPr id="11" name="arriba 1">
            <a:extLst>
              <a:ext uri="{FF2B5EF4-FFF2-40B4-BE49-F238E27FC236}">
                <a16:creationId xmlns:a16="http://schemas.microsoft.com/office/drawing/2014/main" id="{C385F05A-81D6-A258-6E7C-96BCD0063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87" y="2048400"/>
            <a:ext cx="2340000" cy="1713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None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12" name="arriba 2">
            <a:extLst>
              <a:ext uri="{FF2B5EF4-FFF2-40B4-BE49-F238E27FC236}">
                <a16:creationId xmlns:a16="http://schemas.microsoft.com/office/drawing/2014/main" id="{C5447F7F-FA8C-2873-556C-DA7B8D310BC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504592" y="2048400"/>
            <a:ext cx="2340000" cy="1713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13" name="arriba 3">
            <a:extLst>
              <a:ext uri="{FF2B5EF4-FFF2-40B4-BE49-F238E27FC236}">
                <a16:creationId xmlns:a16="http://schemas.microsoft.com/office/drawing/2014/main" id="{7D078E0A-5D9F-D49C-6FE0-5BE14C35E92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922587" y="2048400"/>
            <a:ext cx="2340000" cy="1713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14" name="arriba 4">
            <a:extLst>
              <a:ext uri="{FF2B5EF4-FFF2-40B4-BE49-F238E27FC236}">
                <a16:creationId xmlns:a16="http://schemas.microsoft.com/office/drawing/2014/main" id="{01828AF9-73E8-8A01-3829-C9686F8D5C8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333752" y="2048400"/>
            <a:ext cx="2340000" cy="1713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15" name="abajo 1">
            <a:extLst>
              <a:ext uri="{FF2B5EF4-FFF2-40B4-BE49-F238E27FC236}">
                <a16:creationId xmlns:a16="http://schemas.microsoft.com/office/drawing/2014/main" id="{C3626D35-66EE-2250-EAFC-B648CB3E956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000" y="4571791"/>
            <a:ext cx="2340000" cy="1713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None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16" name="abajo 2">
            <a:extLst>
              <a:ext uri="{FF2B5EF4-FFF2-40B4-BE49-F238E27FC236}">
                <a16:creationId xmlns:a16="http://schemas.microsoft.com/office/drawing/2014/main" id="{B29797E0-ED0B-EB40-4151-EBF9E1C9BC3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505446" y="4571960"/>
            <a:ext cx="2340000" cy="1713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19" name="abajo 3">
            <a:extLst>
              <a:ext uri="{FF2B5EF4-FFF2-40B4-BE49-F238E27FC236}">
                <a16:creationId xmlns:a16="http://schemas.microsoft.com/office/drawing/2014/main" id="{27182612-18B0-173C-ADE0-86A688D9C5C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920981" y="4571960"/>
            <a:ext cx="2340000" cy="1713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20" name="abajo 4">
            <a:extLst>
              <a:ext uri="{FF2B5EF4-FFF2-40B4-BE49-F238E27FC236}">
                <a16:creationId xmlns:a16="http://schemas.microsoft.com/office/drawing/2014/main" id="{0EB2E296-EE83-D4EB-EFD0-270490F3D5E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334640" y="4571960"/>
            <a:ext cx="2340000" cy="1713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E1564914-567F-65A0-5B6B-D47DC9FA6871}"/>
              </a:ext>
            </a:extLst>
          </p:cNvPr>
          <p:cNvCxnSpPr>
            <a:cxnSpLocks/>
          </p:cNvCxnSpPr>
          <p:nvPr userDrawn="1"/>
        </p:nvCxnSpPr>
        <p:spPr>
          <a:xfrm>
            <a:off x="1785" y="970560"/>
            <a:ext cx="9201150" cy="0"/>
          </a:xfrm>
          <a:prstGeom prst="line">
            <a:avLst/>
          </a:prstGeom>
          <a:ln w="38100">
            <a:solidFill>
              <a:srgbClr val="9C2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ítulo 1">
            <a:extLst>
              <a:ext uri="{FF2B5EF4-FFF2-40B4-BE49-F238E27FC236}">
                <a16:creationId xmlns:a16="http://schemas.microsoft.com/office/drawing/2014/main" id="{7982C61C-2F09-0CD1-03F8-09BE144BC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1" y="9490"/>
            <a:ext cx="8618556" cy="910502"/>
          </a:xfrm>
          <a:prstGeom prst="rect">
            <a:avLst/>
          </a:prstGeom>
          <a:noFill/>
        </p:spPr>
        <p:txBody>
          <a:bodyPr/>
          <a:lstStyle>
            <a:lvl1pPr algn="l">
              <a:defRPr sz="2800" b="1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pic>
        <p:nvPicPr>
          <p:cNvPr id="5" name="Picture 2" descr="Texto&#10;&#10;Descripción generada automáticamente">
            <a:extLst>
              <a:ext uri="{FF2B5EF4-FFF2-40B4-BE49-F238E27FC236}">
                <a16:creationId xmlns:a16="http://schemas.microsoft.com/office/drawing/2014/main" id="{74C1C172-99AF-03FD-D6C5-FA6AC08EE8C8}"/>
              </a:ext>
            </a:extLst>
          </p:cNvPr>
          <p:cNvPicPr/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217" y="29819"/>
            <a:ext cx="1896498" cy="47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Logotipos del Gobierno de México - Wikipedia, la enciclopedia libre">
            <a:extLst>
              <a:ext uri="{FF2B5EF4-FFF2-40B4-BE49-F238E27FC236}">
                <a16:creationId xmlns:a16="http://schemas.microsoft.com/office/drawing/2014/main" id="{8B3500A2-EDCF-1C99-2ECC-D93598882C41}"/>
              </a:ext>
            </a:extLst>
          </p:cNvPr>
          <p:cNvPicPr/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555" y="37770"/>
            <a:ext cx="1378052" cy="54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85B45DB-FA19-193F-45C3-AB39116C6E6F}"/>
              </a:ext>
            </a:extLst>
          </p:cNvPr>
          <p:cNvSpPr/>
          <p:nvPr userDrawn="1"/>
        </p:nvSpPr>
        <p:spPr>
          <a:xfrm>
            <a:off x="7332117" y="1756800"/>
            <a:ext cx="4860000" cy="36000"/>
          </a:xfrm>
          <a:prstGeom prst="rect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BE10DC2-1F66-D3B9-7A8A-37554D4BDDD2}"/>
              </a:ext>
            </a:extLst>
          </p:cNvPr>
          <p:cNvSpPr/>
          <p:nvPr userDrawn="1"/>
        </p:nvSpPr>
        <p:spPr>
          <a:xfrm>
            <a:off x="0" y="1758091"/>
            <a:ext cx="7272000" cy="3600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MX" dirty="0"/>
          </a:p>
        </p:txBody>
      </p:sp>
      <p:sp>
        <p:nvSpPr>
          <p:cNvPr id="10" name="CuadroTexto 12">
            <a:extLst>
              <a:ext uri="{FF2B5EF4-FFF2-40B4-BE49-F238E27FC236}">
                <a16:creationId xmlns:a16="http://schemas.microsoft.com/office/drawing/2014/main" id="{A55E2FEB-23FF-39B6-835F-2FA5C54E826D}"/>
              </a:ext>
            </a:extLst>
          </p:cNvPr>
          <p:cNvSpPr txBox="1"/>
          <p:nvPr userDrawn="1"/>
        </p:nvSpPr>
        <p:spPr>
          <a:xfrm>
            <a:off x="7305866" y="1439651"/>
            <a:ext cx="384659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b="1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Productividad hospitalaria </a:t>
            </a:r>
          </a:p>
        </p:txBody>
      </p:sp>
      <p:sp>
        <p:nvSpPr>
          <p:cNvPr id="17" name="CuadroTexto 17">
            <a:extLst>
              <a:ext uri="{FF2B5EF4-FFF2-40B4-BE49-F238E27FC236}">
                <a16:creationId xmlns:a16="http://schemas.microsoft.com/office/drawing/2014/main" id="{317140E0-7B98-2A16-9F41-4FC48A68735F}"/>
              </a:ext>
            </a:extLst>
          </p:cNvPr>
          <p:cNvSpPr txBox="1"/>
          <p:nvPr userDrawn="1"/>
        </p:nvSpPr>
        <p:spPr>
          <a:xfrm>
            <a:off x="0" y="1439651"/>
            <a:ext cx="704387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b="1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Consultas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2AD2D9D-27EA-7991-1F94-88632501BBDE}"/>
              </a:ext>
            </a:extLst>
          </p:cNvPr>
          <p:cNvSpPr txBox="1"/>
          <p:nvPr userDrawn="1"/>
        </p:nvSpPr>
        <p:spPr>
          <a:xfrm>
            <a:off x="14095" y="4017017"/>
            <a:ext cx="607247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es-MX" sz="18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 de personas atendidas </a:t>
            </a:r>
          </a:p>
        </p:txBody>
      </p:sp>
      <p:sp>
        <p:nvSpPr>
          <p:cNvPr id="34" name="arriba 5">
            <a:extLst>
              <a:ext uri="{FF2B5EF4-FFF2-40B4-BE49-F238E27FC236}">
                <a16:creationId xmlns:a16="http://schemas.microsoft.com/office/drawing/2014/main" id="{AC96CE97-25DA-6305-1D58-05F82D36DF05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9772159" y="2048400"/>
            <a:ext cx="2340000" cy="1713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35" name="abajo 5">
            <a:extLst>
              <a:ext uri="{FF2B5EF4-FFF2-40B4-BE49-F238E27FC236}">
                <a16:creationId xmlns:a16="http://schemas.microsoft.com/office/drawing/2014/main" id="{925A7D31-6D2E-0C7F-2399-B2F06C62DB64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773047" y="4572000"/>
            <a:ext cx="2340000" cy="1713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endParaRPr lang="es-ES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12A8458-D94F-641A-7879-75BA3A512EF9}"/>
              </a:ext>
            </a:extLst>
          </p:cNvPr>
          <p:cNvSpPr/>
          <p:nvPr userDrawn="1"/>
        </p:nvSpPr>
        <p:spPr>
          <a:xfrm>
            <a:off x="0" y="4427773"/>
            <a:ext cx="7272000" cy="1800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MX"/>
          </a:p>
        </p:txBody>
      </p:sp>
      <p:sp>
        <p:nvSpPr>
          <p:cNvPr id="23" name="fecha">
            <a:extLst>
              <a:ext uri="{FF2B5EF4-FFF2-40B4-BE49-F238E27FC236}">
                <a16:creationId xmlns:a16="http://schemas.microsoft.com/office/drawing/2014/main" id="{7271BBF8-C8C9-9B00-9F60-4D56556FB8E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8187" y="597698"/>
            <a:ext cx="7406122" cy="322263"/>
          </a:xfrm>
          <a:prstGeom prst="rect">
            <a:avLst/>
          </a:prstGeom>
        </p:spPr>
        <p:txBody>
          <a:bodyPr/>
          <a:lstStyle>
            <a:lvl2pPr marL="0" algn="l">
              <a:buFontTx/>
              <a:buNone/>
              <a:defRPr lang="es-MX" sz="1800" b="1" kern="1200" dirty="0">
                <a:solidFill>
                  <a:srgbClr val="37415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</a:lstStyle>
          <a:p>
            <a:pPr lvl="1"/>
            <a:r>
              <a:rPr lang="es-MX" dirty="0"/>
              <a:t>Fecha</a:t>
            </a:r>
          </a:p>
        </p:txBody>
      </p:sp>
      <p:sp>
        <p:nvSpPr>
          <p:cNvPr id="29" name="CuadroTexto 17">
            <a:extLst>
              <a:ext uri="{FF2B5EF4-FFF2-40B4-BE49-F238E27FC236}">
                <a16:creationId xmlns:a16="http://schemas.microsoft.com/office/drawing/2014/main" id="{03C58A80-3FBF-432E-3C38-F447B74F528A}"/>
              </a:ext>
            </a:extLst>
          </p:cNvPr>
          <p:cNvSpPr txBox="1"/>
          <p:nvPr userDrawn="1"/>
        </p:nvSpPr>
        <p:spPr>
          <a:xfrm>
            <a:off x="0" y="4092041"/>
            <a:ext cx="704387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b="1">
                <a:solidFill>
                  <a:srgbClr val="475569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 atendidas</a:t>
            </a:r>
            <a:endParaRPr lang="es-MX" sz="1800" b="1" dirty="0">
              <a:solidFill>
                <a:srgbClr val="334155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3658E38-7947-32B8-F041-3D82AF3218B9}"/>
              </a:ext>
            </a:extLst>
          </p:cNvPr>
          <p:cNvSpPr/>
          <p:nvPr userDrawn="1"/>
        </p:nvSpPr>
        <p:spPr>
          <a:xfrm>
            <a:off x="7336736" y="4422782"/>
            <a:ext cx="4860000" cy="18000"/>
          </a:xfrm>
          <a:prstGeom prst="rect">
            <a:avLst/>
          </a:prstGeom>
          <a:solidFill>
            <a:srgbClr val="475569"/>
          </a:solidFill>
          <a:ln>
            <a:solidFill>
              <a:srgbClr val="4755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MX"/>
          </a:p>
        </p:txBody>
      </p:sp>
      <p:sp>
        <p:nvSpPr>
          <p:cNvPr id="18" name="CuadroTexto 12">
            <a:extLst>
              <a:ext uri="{FF2B5EF4-FFF2-40B4-BE49-F238E27FC236}">
                <a16:creationId xmlns:a16="http://schemas.microsoft.com/office/drawing/2014/main" id="{ADE34D5A-4FCB-8997-E032-B5803124F22F}"/>
              </a:ext>
            </a:extLst>
          </p:cNvPr>
          <p:cNvSpPr txBox="1"/>
          <p:nvPr userDrawn="1"/>
        </p:nvSpPr>
        <p:spPr>
          <a:xfrm>
            <a:off x="7310485" y="4096800"/>
            <a:ext cx="384659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s-MX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sz="1800" b="1" dirty="0">
                <a:solidFill>
                  <a:srgbClr val="3341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 hospitalizadas</a:t>
            </a:r>
          </a:p>
        </p:txBody>
      </p:sp>
    </p:spTree>
    <p:extLst>
      <p:ext uri="{BB962C8B-B14F-4D97-AF65-F5344CB8AC3E}">
        <p14:creationId xmlns:p14="http://schemas.microsoft.com/office/powerpoint/2010/main" val="643436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ico consult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183848E-A120-C4B9-F10D-7CBE2845CC94}"/>
              </a:ext>
            </a:extLst>
          </p:cNvPr>
          <p:cNvSpPr/>
          <p:nvPr userDrawn="1"/>
        </p:nvSpPr>
        <p:spPr>
          <a:xfrm>
            <a:off x="0" y="-3777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" name="Grafica 1">
            <a:extLst>
              <a:ext uri="{FF2B5EF4-FFF2-40B4-BE49-F238E27FC236}">
                <a16:creationId xmlns:a16="http://schemas.microsoft.com/office/drawing/2014/main" id="{B38A2D54-41FD-25E7-12C6-E988EA08ED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9729" y="1011808"/>
            <a:ext cx="8059491" cy="4166245"/>
          </a:xfrm>
          <a:prstGeom prst="rect">
            <a:avLst/>
          </a:prstGeom>
        </p:spPr>
        <p:txBody>
          <a:bodyPr>
            <a:normAutofit/>
          </a:bodyPr>
          <a:lstStyle>
            <a:lvl1pPr marL="342900" marR="0" indent="-342900" algn="l" defTabSz="914377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r>
              <a:rPr lang="es-MX" dirty="0" err="1"/>
              <a:t>Lorem</a:t>
            </a:r>
            <a:r>
              <a:rPr lang="es-MX" dirty="0"/>
              <a:t> </a:t>
            </a:r>
            <a:r>
              <a:rPr lang="es-MX" dirty="0" err="1"/>
              <a:t>ipsum</a:t>
            </a:r>
            <a:r>
              <a:rPr lang="es-MX" dirty="0"/>
              <a:t> dolor </a:t>
            </a:r>
            <a:r>
              <a:rPr lang="es-MX" dirty="0" err="1"/>
              <a:t>sit</a:t>
            </a:r>
            <a:r>
              <a:rPr lang="es-MX" dirty="0"/>
              <a:t> </a:t>
            </a:r>
            <a:r>
              <a:rPr lang="es-MX" dirty="0" err="1"/>
              <a:t>amet</a:t>
            </a:r>
            <a:r>
              <a:rPr lang="es-MX" dirty="0"/>
              <a:t>, </a:t>
            </a:r>
            <a:r>
              <a:rPr lang="es-MX" dirty="0" err="1"/>
              <a:t>consectetur</a:t>
            </a:r>
            <a:r>
              <a:rPr lang="es-MX" dirty="0"/>
              <a:t> </a:t>
            </a:r>
            <a:r>
              <a:rPr lang="es-MX" dirty="0" err="1"/>
              <a:t>adipiscing</a:t>
            </a:r>
            <a:r>
              <a:rPr lang="es-MX" dirty="0"/>
              <a:t> </a:t>
            </a:r>
            <a:r>
              <a:rPr lang="es-MX" dirty="0" err="1"/>
              <a:t>elit</a:t>
            </a:r>
            <a:r>
              <a:rPr lang="es-MX" dirty="0"/>
              <a:t>. Sed non </a:t>
            </a:r>
            <a:r>
              <a:rPr lang="es-MX" dirty="0" err="1"/>
              <a:t>risus</a:t>
            </a:r>
            <a:r>
              <a:rPr lang="es-MX" dirty="0"/>
              <a:t>. </a:t>
            </a:r>
            <a:r>
              <a:rPr lang="es-MX" dirty="0" err="1"/>
              <a:t>Suspendisse</a:t>
            </a:r>
            <a:r>
              <a:rPr lang="es-MX" dirty="0"/>
              <a:t> </a:t>
            </a:r>
            <a:r>
              <a:rPr lang="es-MX" dirty="0" err="1"/>
              <a:t>lectus</a:t>
            </a:r>
            <a:r>
              <a:rPr lang="es-MX" dirty="0"/>
              <a:t> tortor, </a:t>
            </a:r>
            <a:r>
              <a:rPr lang="es-MX" dirty="0" err="1"/>
              <a:t>dignissim</a:t>
            </a:r>
            <a:r>
              <a:rPr lang="es-MX" dirty="0"/>
              <a:t> </a:t>
            </a:r>
            <a:r>
              <a:rPr lang="es-MX" dirty="0" err="1"/>
              <a:t>sit</a:t>
            </a:r>
            <a:r>
              <a:rPr lang="es-MX" dirty="0"/>
              <a:t> </a:t>
            </a:r>
            <a:r>
              <a:rPr lang="es-MX" dirty="0" err="1"/>
              <a:t>amet</a:t>
            </a:r>
            <a:r>
              <a:rPr lang="es-MX" dirty="0"/>
              <a:t>, </a:t>
            </a:r>
            <a:r>
              <a:rPr lang="es-MX" dirty="0" err="1"/>
              <a:t>adipiscing</a:t>
            </a:r>
            <a:r>
              <a:rPr lang="es-MX" dirty="0"/>
              <a:t> </a:t>
            </a:r>
            <a:r>
              <a:rPr lang="es-MX" dirty="0" err="1"/>
              <a:t>nec</a:t>
            </a:r>
            <a:r>
              <a:rPr lang="es-MX" dirty="0"/>
              <a:t>, </a:t>
            </a:r>
            <a:r>
              <a:rPr lang="es-MX" dirty="0" err="1"/>
              <a:t>ultricies</a:t>
            </a:r>
            <a:r>
              <a:rPr lang="es-MX" dirty="0"/>
              <a:t> sed, dolor. Cras </a:t>
            </a:r>
            <a:r>
              <a:rPr lang="es-MX" dirty="0" err="1"/>
              <a:t>elementum</a:t>
            </a:r>
            <a:r>
              <a:rPr lang="es-MX" dirty="0"/>
              <a:t> </a:t>
            </a:r>
          </a:p>
          <a:p>
            <a:pPr marL="342900" marR="0" lvl="0" indent="-342900" algn="l" defTabSz="914377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dirty="0"/>
              <a:t>Máximo 60 palabras</a:t>
            </a:r>
            <a:endParaRPr lang="es-MX" sz="2400" b="1" i="0" u="none" cap="none" dirty="0">
              <a:solidFill>
                <a:srgbClr val="FFFFFF">
                  <a:alpha val="100000"/>
                </a:srgbClr>
              </a:solidFill>
              <a:latin typeface="Arial"/>
              <a:cs typeface="Arial"/>
              <a:sym typeface="Arial"/>
            </a:endParaRPr>
          </a:p>
          <a:p>
            <a:endParaRPr lang="es-MX" dirty="0"/>
          </a:p>
        </p:txBody>
      </p:sp>
      <p:sp>
        <p:nvSpPr>
          <p:cNvPr id="3" name="tabla_1">
            <a:extLst>
              <a:ext uri="{FF2B5EF4-FFF2-40B4-BE49-F238E27FC236}">
                <a16:creationId xmlns:a16="http://schemas.microsoft.com/office/drawing/2014/main" id="{AF9EAB18-A3C6-0AC3-8BDC-4ABBBEDFF7B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99729" y="5209956"/>
            <a:ext cx="8059491" cy="1286537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s-MX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8424323-B37D-8781-7F2B-1E07E46BB5AE}"/>
              </a:ext>
            </a:extLst>
          </p:cNvPr>
          <p:cNvCxnSpPr>
            <a:cxnSpLocks/>
          </p:cNvCxnSpPr>
          <p:nvPr userDrawn="1"/>
        </p:nvCxnSpPr>
        <p:spPr>
          <a:xfrm>
            <a:off x="1785" y="970560"/>
            <a:ext cx="9201150" cy="0"/>
          </a:xfrm>
          <a:prstGeom prst="line">
            <a:avLst/>
          </a:prstGeom>
          <a:ln w="38100">
            <a:solidFill>
              <a:srgbClr val="9C2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68F9A28E-C048-3D39-1D57-5222B9F9AA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02" y="-26028"/>
            <a:ext cx="8618556" cy="895018"/>
          </a:xfrm>
          <a:prstGeom prst="rect">
            <a:avLst/>
          </a:prstGeom>
          <a:noFill/>
        </p:spPr>
        <p:txBody>
          <a:bodyPr/>
          <a:lstStyle>
            <a:lvl1pPr algn="l">
              <a:defRPr sz="2800" b="1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pic>
        <p:nvPicPr>
          <p:cNvPr id="6" name="Picture 2" descr="Texto&#10;&#10;Descripción generada automáticamente">
            <a:extLst>
              <a:ext uri="{FF2B5EF4-FFF2-40B4-BE49-F238E27FC236}">
                <a16:creationId xmlns:a16="http://schemas.microsoft.com/office/drawing/2014/main" id="{A85313FB-CFFF-8BF0-EAF5-2C736B449BD8}"/>
              </a:ext>
            </a:extLst>
          </p:cNvPr>
          <p:cNvPicPr/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217" y="29819"/>
            <a:ext cx="1896498" cy="47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Logotipos del Gobierno de México - Wikipedia, la enciclopedia libre">
            <a:extLst>
              <a:ext uri="{FF2B5EF4-FFF2-40B4-BE49-F238E27FC236}">
                <a16:creationId xmlns:a16="http://schemas.microsoft.com/office/drawing/2014/main" id="{F8EECF40-7E81-14B8-3B7C-F2B8D866437A}"/>
              </a:ext>
            </a:extLst>
          </p:cNvPr>
          <p:cNvPicPr/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555" y="37770"/>
            <a:ext cx="1378052" cy="54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echa">
            <a:extLst>
              <a:ext uri="{FF2B5EF4-FFF2-40B4-BE49-F238E27FC236}">
                <a16:creationId xmlns:a16="http://schemas.microsoft.com/office/drawing/2014/main" id="{240D5CB3-28DF-BA12-99AA-36B986954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35" y="492282"/>
            <a:ext cx="5828145" cy="384175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 marL="0" algn="l">
              <a:buNone/>
              <a:defRPr b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73849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storico consult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183848E-A120-C4B9-F10D-7CBE2845CC94}"/>
              </a:ext>
            </a:extLst>
          </p:cNvPr>
          <p:cNvSpPr/>
          <p:nvPr userDrawn="1"/>
        </p:nvSpPr>
        <p:spPr>
          <a:xfrm>
            <a:off x="0" y="-3777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" name="Grafica 1">
            <a:extLst>
              <a:ext uri="{FF2B5EF4-FFF2-40B4-BE49-F238E27FC236}">
                <a16:creationId xmlns:a16="http://schemas.microsoft.com/office/drawing/2014/main" id="{B38A2D54-41FD-25E7-12C6-E988EA08ED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9728" y="1011808"/>
            <a:ext cx="11228445" cy="5353909"/>
          </a:xfrm>
          <a:prstGeom prst="rect">
            <a:avLst/>
          </a:prstGeom>
        </p:spPr>
        <p:txBody>
          <a:bodyPr>
            <a:normAutofit/>
          </a:bodyPr>
          <a:lstStyle>
            <a:lvl1pPr marL="342900" marR="0" indent="-342900" algn="l" defTabSz="914377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r>
              <a:rPr lang="es-MX" dirty="0" err="1"/>
              <a:t>Lorem</a:t>
            </a:r>
            <a:r>
              <a:rPr lang="es-MX" dirty="0"/>
              <a:t> </a:t>
            </a:r>
            <a:r>
              <a:rPr lang="es-MX" dirty="0" err="1"/>
              <a:t>ipsum</a:t>
            </a:r>
            <a:r>
              <a:rPr lang="es-MX" dirty="0"/>
              <a:t> dolor </a:t>
            </a:r>
            <a:r>
              <a:rPr lang="es-MX" dirty="0" err="1"/>
              <a:t>sit</a:t>
            </a:r>
            <a:r>
              <a:rPr lang="es-MX" dirty="0"/>
              <a:t> </a:t>
            </a:r>
            <a:r>
              <a:rPr lang="es-MX" dirty="0" err="1"/>
              <a:t>amet</a:t>
            </a:r>
            <a:r>
              <a:rPr lang="es-MX" dirty="0"/>
              <a:t>, </a:t>
            </a:r>
            <a:r>
              <a:rPr lang="es-MX" dirty="0" err="1"/>
              <a:t>consectetur</a:t>
            </a:r>
            <a:r>
              <a:rPr lang="es-MX" dirty="0"/>
              <a:t> </a:t>
            </a:r>
            <a:r>
              <a:rPr lang="es-MX" dirty="0" err="1"/>
              <a:t>adipiscing</a:t>
            </a:r>
            <a:r>
              <a:rPr lang="es-MX" dirty="0"/>
              <a:t> </a:t>
            </a:r>
            <a:r>
              <a:rPr lang="es-MX" dirty="0" err="1"/>
              <a:t>elit</a:t>
            </a:r>
            <a:r>
              <a:rPr lang="es-MX" dirty="0"/>
              <a:t>. Sed non </a:t>
            </a:r>
            <a:r>
              <a:rPr lang="es-MX" dirty="0" err="1"/>
              <a:t>risus</a:t>
            </a:r>
            <a:r>
              <a:rPr lang="es-MX" dirty="0"/>
              <a:t>. </a:t>
            </a:r>
            <a:r>
              <a:rPr lang="es-MX" dirty="0" err="1"/>
              <a:t>Suspendisse</a:t>
            </a:r>
            <a:r>
              <a:rPr lang="es-MX" dirty="0"/>
              <a:t> </a:t>
            </a:r>
            <a:r>
              <a:rPr lang="es-MX" dirty="0" err="1"/>
              <a:t>lectus</a:t>
            </a:r>
            <a:r>
              <a:rPr lang="es-MX" dirty="0"/>
              <a:t> tortor, </a:t>
            </a:r>
            <a:r>
              <a:rPr lang="es-MX" dirty="0" err="1"/>
              <a:t>dignissim</a:t>
            </a:r>
            <a:r>
              <a:rPr lang="es-MX" dirty="0"/>
              <a:t> </a:t>
            </a:r>
            <a:r>
              <a:rPr lang="es-MX" dirty="0" err="1"/>
              <a:t>sit</a:t>
            </a:r>
            <a:r>
              <a:rPr lang="es-MX" dirty="0"/>
              <a:t> </a:t>
            </a:r>
            <a:r>
              <a:rPr lang="es-MX" dirty="0" err="1"/>
              <a:t>amet</a:t>
            </a:r>
            <a:r>
              <a:rPr lang="es-MX" dirty="0"/>
              <a:t>, </a:t>
            </a:r>
            <a:r>
              <a:rPr lang="es-MX" dirty="0" err="1"/>
              <a:t>adipiscing</a:t>
            </a:r>
            <a:r>
              <a:rPr lang="es-MX" dirty="0"/>
              <a:t> </a:t>
            </a:r>
            <a:r>
              <a:rPr lang="es-MX" dirty="0" err="1"/>
              <a:t>nec</a:t>
            </a:r>
            <a:r>
              <a:rPr lang="es-MX" dirty="0"/>
              <a:t>, </a:t>
            </a:r>
            <a:r>
              <a:rPr lang="es-MX" dirty="0" err="1"/>
              <a:t>ultricies</a:t>
            </a:r>
            <a:r>
              <a:rPr lang="es-MX" dirty="0"/>
              <a:t> sed, dolor. Cras </a:t>
            </a:r>
            <a:r>
              <a:rPr lang="es-MX" dirty="0" err="1"/>
              <a:t>elementum</a:t>
            </a:r>
            <a:r>
              <a:rPr lang="es-MX" dirty="0"/>
              <a:t> </a:t>
            </a:r>
          </a:p>
          <a:p>
            <a:pPr marL="342900" marR="0" lvl="0" indent="-342900" algn="l" defTabSz="914377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dirty="0"/>
              <a:t>Máximo 60 palabras</a:t>
            </a:r>
            <a:endParaRPr lang="es-MX" sz="2400" b="1" i="0" u="none" cap="none" dirty="0">
              <a:solidFill>
                <a:srgbClr val="FFFFFF">
                  <a:alpha val="100000"/>
                </a:srgbClr>
              </a:solidFill>
              <a:latin typeface="Arial"/>
              <a:cs typeface="Arial"/>
              <a:sym typeface="Arial"/>
            </a:endParaRPr>
          </a:p>
          <a:p>
            <a:endParaRPr lang="es-MX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8424323-B37D-8781-7F2B-1E07E46BB5AE}"/>
              </a:ext>
            </a:extLst>
          </p:cNvPr>
          <p:cNvCxnSpPr>
            <a:cxnSpLocks/>
          </p:cNvCxnSpPr>
          <p:nvPr userDrawn="1"/>
        </p:nvCxnSpPr>
        <p:spPr>
          <a:xfrm>
            <a:off x="1785" y="970560"/>
            <a:ext cx="9201150" cy="0"/>
          </a:xfrm>
          <a:prstGeom prst="line">
            <a:avLst/>
          </a:prstGeom>
          <a:ln w="38100">
            <a:solidFill>
              <a:srgbClr val="9C2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68F9A28E-C048-3D39-1D57-5222B9F9AA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02" y="-26028"/>
            <a:ext cx="8618556" cy="895018"/>
          </a:xfrm>
          <a:prstGeom prst="rect">
            <a:avLst/>
          </a:prstGeom>
          <a:noFill/>
        </p:spPr>
        <p:txBody>
          <a:bodyPr/>
          <a:lstStyle>
            <a:lvl1pPr algn="l">
              <a:defRPr sz="2800" b="1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pic>
        <p:nvPicPr>
          <p:cNvPr id="6" name="Picture 2" descr="Texto&#10;&#10;Descripción generada automáticamente">
            <a:extLst>
              <a:ext uri="{FF2B5EF4-FFF2-40B4-BE49-F238E27FC236}">
                <a16:creationId xmlns:a16="http://schemas.microsoft.com/office/drawing/2014/main" id="{A85313FB-CFFF-8BF0-EAF5-2C736B449BD8}"/>
              </a:ext>
            </a:extLst>
          </p:cNvPr>
          <p:cNvPicPr/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217" y="29819"/>
            <a:ext cx="1896498" cy="47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Logotipos del Gobierno de México - Wikipedia, la enciclopedia libre">
            <a:extLst>
              <a:ext uri="{FF2B5EF4-FFF2-40B4-BE49-F238E27FC236}">
                <a16:creationId xmlns:a16="http://schemas.microsoft.com/office/drawing/2014/main" id="{F8EECF40-7E81-14B8-3B7C-F2B8D866437A}"/>
              </a:ext>
            </a:extLst>
          </p:cNvPr>
          <p:cNvPicPr/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555" y="37770"/>
            <a:ext cx="1378052" cy="54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echa">
            <a:extLst>
              <a:ext uri="{FF2B5EF4-FFF2-40B4-BE49-F238E27FC236}">
                <a16:creationId xmlns:a16="http://schemas.microsoft.com/office/drawing/2014/main" id="{240D5CB3-28DF-BA12-99AA-36B986954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35" y="492282"/>
            <a:ext cx="5828145" cy="384175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 marL="0" algn="l">
              <a:buNone/>
              <a:defRPr b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43041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ico consultas y procedimien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183848E-A120-C4B9-F10D-7CBE2845CC94}"/>
              </a:ext>
            </a:extLst>
          </p:cNvPr>
          <p:cNvSpPr/>
          <p:nvPr userDrawn="1"/>
        </p:nvSpPr>
        <p:spPr>
          <a:xfrm>
            <a:off x="0" y="-3777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Grafica 1">
            <a:extLst>
              <a:ext uri="{FF2B5EF4-FFF2-40B4-BE49-F238E27FC236}">
                <a16:creationId xmlns:a16="http://schemas.microsoft.com/office/drawing/2014/main" id="{B38A2D54-41FD-25E7-12C6-E988EA08ED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7999" y="1011809"/>
            <a:ext cx="5951482" cy="4059918"/>
          </a:xfrm>
          <a:prstGeom prst="rect">
            <a:avLst/>
          </a:prstGeom>
        </p:spPr>
        <p:txBody>
          <a:bodyPr>
            <a:normAutofit/>
          </a:bodyPr>
          <a:lstStyle>
            <a:lvl1pPr marL="342900" marR="0" indent="-342900" algn="l" defTabSz="914377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r>
              <a:rPr lang="es-MX" dirty="0" err="1"/>
              <a:t>Lorem</a:t>
            </a:r>
            <a:r>
              <a:rPr lang="es-MX" dirty="0"/>
              <a:t> </a:t>
            </a:r>
            <a:r>
              <a:rPr lang="es-MX" dirty="0" err="1"/>
              <a:t>ipsum</a:t>
            </a:r>
            <a:r>
              <a:rPr lang="es-MX" dirty="0"/>
              <a:t> dolor </a:t>
            </a:r>
            <a:r>
              <a:rPr lang="es-MX" dirty="0" err="1"/>
              <a:t>sit</a:t>
            </a:r>
            <a:r>
              <a:rPr lang="es-MX" dirty="0"/>
              <a:t> </a:t>
            </a:r>
            <a:r>
              <a:rPr lang="es-MX" dirty="0" err="1"/>
              <a:t>amet</a:t>
            </a:r>
            <a:r>
              <a:rPr lang="es-MX" dirty="0"/>
              <a:t>, </a:t>
            </a:r>
            <a:r>
              <a:rPr lang="es-MX" dirty="0" err="1"/>
              <a:t>consectetur</a:t>
            </a:r>
            <a:r>
              <a:rPr lang="es-MX" dirty="0"/>
              <a:t> </a:t>
            </a:r>
            <a:r>
              <a:rPr lang="es-MX" dirty="0" err="1"/>
              <a:t>adipiscing</a:t>
            </a:r>
            <a:r>
              <a:rPr lang="es-MX" dirty="0"/>
              <a:t> </a:t>
            </a:r>
            <a:r>
              <a:rPr lang="es-MX" dirty="0" err="1"/>
              <a:t>elit</a:t>
            </a:r>
            <a:r>
              <a:rPr lang="es-MX" dirty="0"/>
              <a:t>. Sed non </a:t>
            </a:r>
            <a:r>
              <a:rPr lang="es-MX" dirty="0" err="1"/>
              <a:t>risus</a:t>
            </a:r>
            <a:r>
              <a:rPr lang="es-MX" dirty="0"/>
              <a:t>. </a:t>
            </a:r>
            <a:r>
              <a:rPr lang="es-MX" dirty="0" err="1"/>
              <a:t>Suspendisse</a:t>
            </a:r>
            <a:r>
              <a:rPr lang="es-MX" dirty="0"/>
              <a:t> </a:t>
            </a:r>
            <a:r>
              <a:rPr lang="es-MX" dirty="0" err="1"/>
              <a:t>lectus</a:t>
            </a:r>
            <a:r>
              <a:rPr lang="es-MX" dirty="0"/>
              <a:t> tortor, </a:t>
            </a:r>
            <a:r>
              <a:rPr lang="es-MX" dirty="0" err="1"/>
              <a:t>dignissim</a:t>
            </a:r>
            <a:r>
              <a:rPr lang="es-MX" dirty="0"/>
              <a:t> </a:t>
            </a:r>
            <a:r>
              <a:rPr lang="es-MX" dirty="0" err="1"/>
              <a:t>sit</a:t>
            </a:r>
            <a:r>
              <a:rPr lang="es-MX" dirty="0"/>
              <a:t> </a:t>
            </a:r>
            <a:r>
              <a:rPr lang="es-MX" dirty="0" err="1"/>
              <a:t>amet</a:t>
            </a:r>
            <a:r>
              <a:rPr lang="es-MX" dirty="0"/>
              <a:t>, </a:t>
            </a:r>
            <a:r>
              <a:rPr lang="es-MX" dirty="0" err="1"/>
              <a:t>adipiscing</a:t>
            </a:r>
            <a:r>
              <a:rPr lang="es-MX" dirty="0"/>
              <a:t> </a:t>
            </a:r>
            <a:r>
              <a:rPr lang="es-MX" dirty="0" err="1"/>
              <a:t>nec</a:t>
            </a:r>
            <a:r>
              <a:rPr lang="es-MX" dirty="0"/>
              <a:t>, </a:t>
            </a:r>
            <a:r>
              <a:rPr lang="es-MX" dirty="0" err="1"/>
              <a:t>ultricies</a:t>
            </a:r>
            <a:r>
              <a:rPr lang="es-MX" dirty="0"/>
              <a:t> sed, dolor. Cras </a:t>
            </a:r>
            <a:r>
              <a:rPr lang="es-MX" dirty="0" err="1"/>
              <a:t>elementum</a:t>
            </a:r>
            <a:r>
              <a:rPr lang="es-MX" dirty="0"/>
              <a:t> </a:t>
            </a:r>
          </a:p>
          <a:p>
            <a:pPr marL="342900" marR="0" lvl="0" indent="-342900" algn="l" defTabSz="914377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dirty="0"/>
              <a:t>Máximo 60 palabras</a:t>
            </a:r>
            <a:endParaRPr lang="es-MX" sz="2400" b="1" i="0" u="none" cap="none" dirty="0">
              <a:solidFill>
                <a:srgbClr val="FFFFFF">
                  <a:alpha val="100000"/>
                </a:srgbClr>
              </a:solidFill>
              <a:latin typeface="Arial"/>
              <a:cs typeface="Arial"/>
              <a:sym typeface="Arial"/>
            </a:endParaRPr>
          </a:p>
          <a:p>
            <a:endParaRPr lang="es-MX" dirty="0"/>
          </a:p>
        </p:txBody>
      </p:sp>
      <p:sp>
        <p:nvSpPr>
          <p:cNvPr id="3" name="tabla_1">
            <a:extLst>
              <a:ext uri="{FF2B5EF4-FFF2-40B4-BE49-F238E27FC236}">
                <a16:creationId xmlns:a16="http://schemas.microsoft.com/office/drawing/2014/main" id="{AF9EAB18-A3C6-0AC3-8BDC-4ABBBEDFF7B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7999" y="5209957"/>
            <a:ext cx="5951480" cy="138953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s-MX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8424323-B37D-8781-7F2B-1E07E46BB5AE}"/>
              </a:ext>
            </a:extLst>
          </p:cNvPr>
          <p:cNvCxnSpPr>
            <a:cxnSpLocks/>
          </p:cNvCxnSpPr>
          <p:nvPr userDrawn="1"/>
        </p:nvCxnSpPr>
        <p:spPr>
          <a:xfrm>
            <a:off x="1785" y="970560"/>
            <a:ext cx="9201150" cy="0"/>
          </a:xfrm>
          <a:prstGeom prst="line">
            <a:avLst/>
          </a:prstGeom>
          <a:ln w="38100">
            <a:solidFill>
              <a:srgbClr val="9C2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68F9A28E-C048-3D39-1D57-5222B9F9AA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35" y="-36661"/>
            <a:ext cx="8618556" cy="895018"/>
          </a:xfrm>
          <a:prstGeom prst="rect">
            <a:avLst/>
          </a:prstGeom>
          <a:noFill/>
        </p:spPr>
        <p:txBody>
          <a:bodyPr/>
          <a:lstStyle>
            <a:lvl1pPr algn="l">
              <a:defRPr sz="3200" b="1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pic>
        <p:nvPicPr>
          <p:cNvPr id="6" name="Picture 2" descr="Texto&#10;&#10;Descripción generada automáticamente">
            <a:extLst>
              <a:ext uri="{FF2B5EF4-FFF2-40B4-BE49-F238E27FC236}">
                <a16:creationId xmlns:a16="http://schemas.microsoft.com/office/drawing/2014/main" id="{A85313FB-CFFF-8BF0-EAF5-2C736B449BD8}"/>
              </a:ext>
            </a:extLst>
          </p:cNvPr>
          <p:cNvPicPr/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217" y="29819"/>
            <a:ext cx="1896498" cy="47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Logotipos del Gobierno de México - Wikipedia, la enciclopedia libre">
            <a:extLst>
              <a:ext uri="{FF2B5EF4-FFF2-40B4-BE49-F238E27FC236}">
                <a16:creationId xmlns:a16="http://schemas.microsoft.com/office/drawing/2014/main" id="{F8EECF40-7E81-14B8-3B7C-F2B8D866437A}"/>
              </a:ext>
            </a:extLst>
          </p:cNvPr>
          <p:cNvPicPr/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555" y="37770"/>
            <a:ext cx="1378052" cy="54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rafica 2">
            <a:extLst>
              <a:ext uri="{FF2B5EF4-FFF2-40B4-BE49-F238E27FC236}">
                <a16:creationId xmlns:a16="http://schemas.microsoft.com/office/drawing/2014/main" id="{009332B1-CC94-885F-42DA-7AF0BAE5089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164063" y="1022168"/>
            <a:ext cx="5951482" cy="4049557"/>
          </a:xfrm>
          <a:prstGeom prst="rect">
            <a:avLst/>
          </a:prstGeom>
        </p:spPr>
        <p:txBody>
          <a:bodyPr>
            <a:normAutofit/>
          </a:bodyPr>
          <a:lstStyle>
            <a:lvl1pPr marL="342900" marR="0" indent="-342900" algn="l" defTabSz="914377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r>
              <a:rPr lang="es-MX" dirty="0" err="1"/>
              <a:t>Lorem</a:t>
            </a:r>
            <a:r>
              <a:rPr lang="es-MX" dirty="0"/>
              <a:t> </a:t>
            </a:r>
            <a:r>
              <a:rPr lang="es-MX" dirty="0" err="1"/>
              <a:t>ipsum</a:t>
            </a:r>
            <a:r>
              <a:rPr lang="es-MX" dirty="0"/>
              <a:t> dolor </a:t>
            </a:r>
            <a:r>
              <a:rPr lang="es-MX" dirty="0" err="1"/>
              <a:t>sit</a:t>
            </a:r>
            <a:r>
              <a:rPr lang="es-MX" dirty="0"/>
              <a:t> </a:t>
            </a:r>
            <a:r>
              <a:rPr lang="es-MX" dirty="0" err="1"/>
              <a:t>amet</a:t>
            </a:r>
            <a:r>
              <a:rPr lang="es-MX" dirty="0"/>
              <a:t>, </a:t>
            </a:r>
            <a:r>
              <a:rPr lang="es-MX" dirty="0" err="1"/>
              <a:t>consectetur</a:t>
            </a:r>
            <a:r>
              <a:rPr lang="es-MX" dirty="0"/>
              <a:t> </a:t>
            </a:r>
            <a:r>
              <a:rPr lang="es-MX" dirty="0" err="1"/>
              <a:t>adipiscing</a:t>
            </a:r>
            <a:r>
              <a:rPr lang="es-MX" dirty="0"/>
              <a:t> </a:t>
            </a:r>
            <a:r>
              <a:rPr lang="es-MX" dirty="0" err="1"/>
              <a:t>elit</a:t>
            </a:r>
            <a:r>
              <a:rPr lang="es-MX" dirty="0"/>
              <a:t>. Sed non </a:t>
            </a:r>
            <a:r>
              <a:rPr lang="es-MX" dirty="0" err="1"/>
              <a:t>risus</a:t>
            </a:r>
            <a:r>
              <a:rPr lang="es-MX" dirty="0"/>
              <a:t>. </a:t>
            </a:r>
            <a:r>
              <a:rPr lang="es-MX" dirty="0" err="1"/>
              <a:t>Suspendisse</a:t>
            </a:r>
            <a:r>
              <a:rPr lang="es-MX" dirty="0"/>
              <a:t> </a:t>
            </a:r>
            <a:r>
              <a:rPr lang="es-MX" dirty="0" err="1"/>
              <a:t>lectus</a:t>
            </a:r>
            <a:r>
              <a:rPr lang="es-MX" dirty="0"/>
              <a:t> tortor, </a:t>
            </a:r>
            <a:r>
              <a:rPr lang="es-MX" dirty="0" err="1"/>
              <a:t>dignissim</a:t>
            </a:r>
            <a:r>
              <a:rPr lang="es-MX" dirty="0"/>
              <a:t> </a:t>
            </a:r>
            <a:r>
              <a:rPr lang="es-MX" dirty="0" err="1"/>
              <a:t>sit</a:t>
            </a:r>
            <a:r>
              <a:rPr lang="es-MX" dirty="0"/>
              <a:t> </a:t>
            </a:r>
            <a:r>
              <a:rPr lang="es-MX" dirty="0" err="1"/>
              <a:t>amet</a:t>
            </a:r>
            <a:r>
              <a:rPr lang="es-MX" dirty="0"/>
              <a:t>, </a:t>
            </a:r>
            <a:r>
              <a:rPr lang="es-MX" dirty="0" err="1"/>
              <a:t>adipiscing</a:t>
            </a:r>
            <a:r>
              <a:rPr lang="es-MX" dirty="0"/>
              <a:t> </a:t>
            </a:r>
            <a:r>
              <a:rPr lang="es-MX" dirty="0" err="1"/>
              <a:t>nec</a:t>
            </a:r>
            <a:r>
              <a:rPr lang="es-MX" dirty="0"/>
              <a:t>, </a:t>
            </a:r>
            <a:r>
              <a:rPr lang="es-MX" dirty="0" err="1"/>
              <a:t>ultricies</a:t>
            </a:r>
            <a:r>
              <a:rPr lang="es-MX" dirty="0"/>
              <a:t> sed, dolor. Cras </a:t>
            </a:r>
            <a:r>
              <a:rPr lang="es-MX" dirty="0" err="1"/>
              <a:t>elementum</a:t>
            </a:r>
            <a:r>
              <a:rPr lang="es-MX" dirty="0"/>
              <a:t> </a:t>
            </a:r>
          </a:p>
          <a:p>
            <a:pPr marL="342900" marR="0" lvl="0" indent="-342900" algn="l" defTabSz="914377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dirty="0"/>
              <a:t>Máximo 60 palabras</a:t>
            </a:r>
            <a:endParaRPr lang="es-MX" sz="2400" b="1" i="0" u="none" cap="none" dirty="0">
              <a:solidFill>
                <a:srgbClr val="FFFFFF">
                  <a:alpha val="100000"/>
                </a:srgbClr>
              </a:solidFill>
              <a:latin typeface="Arial"/>
              <a:cs typeface="Arial"/>
              <a:sym typeface="Arial"/>
            </a:endParaRPr>
          </a:p>
          <a:p>
            <a:endParaRPr lang="es-MX" dirty="0"/>
          </a:p>
        </p:txBody>
      </p:sp>
      <p:sp>
        <p:nvSpPr>
          <p:cNvPr id="9" name="tabla_2">
            <a:extLst>
              <a:ext uri="{FF2B5EF4-FFF2-40B4-BE49-F238E27FC236}">
                <a16:creationId xmlns:a16="http://schemas.microsoft.com/office/drawing/2014/main" id="{5350C584-6806-DCAC-B1CE-2638B13CB7B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4065" y="5220591"/>
            <a:ext cx="5951480" cy="138953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lang="es-MX" dirty="0"/>
          </a:p>
        </p:txBody>
      </p:sp>
      <p:sp>
        <p:nvSpPr>
          <p:cNvPr id="10" name="fecha">
            <a:extLst>
              <a:ext uri="{FF2B5EF4-FFF2-40B4-BE49-F238E27FC236}">
                <a16:creationId xmlns:a16="http://schemas.microsoft.com/office/drawing/2014/main" id="{E300E6CE-7C8A-6076-6CBE-14EED5AEB6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789" y="501925"/>
            <a:ext cx="5828145" cy="384175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 marL="0" algn="l">
              <a:buNone/>
              <a:defRPr b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65407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storico consultas y procedimien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183848E-A120-C4B9-F10D-7CBE2845CC94}"/>
              </a:ext>
            </a:extLst>
          </p:cNvPr>
          <p:cNvSpPr/>
          <p:nvPr userDrawn="1"/>
        </p:nvSpPr>
        <p:spPr>
          <a:xfrm>
            <a:off x="0" y="-3777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Grafica 1">
            <a:extLst>
              <a:ext uri="{FF2B5EF4-FFF2-40B4-BE49-F238E27FC236}">
                <a16:creationId xmlns:a16="http://schemas.microsoft.com/office/drawing/2014/main" id="{B38A2D54-41FD-25E7-12C6-E988EA08ED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7999" y="1011808"/>
            <a:ext cx="5951482" cy="5577833"/>
          </a:xfrm>
          <a:prstGeom prst="rect">
            <a:avLst/>
          </a:prstGeom>
        </p:spPr>
        <p:txBody>
          <a:bodyPr>
            <a:normAutofit/>
          </a:bodyPr>
          <a:lstStyle>
            <a:lvl1pPr marL="342900" marR="0" indent="-342900" algn="l" defTabSz="914377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r>
              <a:rPr lang="es-MX" dirty="0" err="1"/>
              <a:t>Lorem</a:t>
            </a:r>
            <a:r>
              <a:rPr lang="es-MX" dirty="0"/>
              <a:t> </a:t>
            </a:r>
            <a:r>
              <a:rPr lang="es-MX" dirty="0" err="1"/>
              <a:t>ipsum</a:t>
            </a:r>
            <a:r>
              <a:rPr lang="es-MX" dirty="0"/>
              <a:t> dolor </a:t>
            </a:r>
            <a:r>
              <a:rPr lang="es-MX" dirty="0" err="1"/>
              <a:t>sit</a:t>
            </a:r>
            <a:r>
              <a:rPr lang="es-MX" dirty="0"/>
              <a:t> </a:t>
            </a:r>
            <a:r>
              <a:rPr lang="es-MX" dirty="0" err="1"/>
              <a:t>amet</a:t>
            </a:r>
            <a:r>
              <a:rPr lang="es-MX" dirty="0"/>
              <a:t>, </a:t>
            </a:r>
            <a:r>
              <a:rPr lang="es-MX" dirty="0" err="1"/>
              <a:t>consectetur</a:t>
            </a:r>
            <a:r>
              <a:rPr lang="es-MX" dirty="0"/>
              <a:t> </a:t>
            </a:r>
            <a:r>
              <a:rPr lang="es-MX" dirty="0" err="1"/>
              <a:t>adipiscing</a:t>
            </a:r>
            <a:r>
              <a:rPr lang="es-MX" dirty="0"/>
              <a:t> </a:t>
            </a:r>
            <a:r>
              <a:rPr lang="es-MX" dirty="0" err="1"/>
              <a:t>elit</a:t>
            </a:r>
            <a:r>
              <a:rPr lang="es-MX" dirty="0"/>
              <a:t>. Sed non </a:t>
            </a:r>
            <a:r>
              <a:rPr lang="es-MX" dirty="0" err="1"/>
              <a:t>risus</a:t>
            </a:r>
            <a:r>
              <a:rPr lang="es-MX" dirty="0"/>
              <a:t>. </a:t>
            </a:r>
            <a:r>
              <a:rPr lang="es-MX" dirty="0" err="1"/>
              <a:t>Suspendisse</a:t>
            </a:r>
            <a:r>
              <a:rPr lang="es-MX" dirty="0"/>
              <a:t> </a:t>
            </a:r>
            <a:r>
              <a:rPr lang="es-MX" dirty="0" err="1"/>
              <a:t>lectus</a:t>
            </a:r>
            <a:r>
              <a:rPr lang="es-MX" dirty="0"/>
              <a:t> tortor, </a:t>
            </a:r>
            <a:r>
              <a:rPr lang="es-MX" dirty="0" err="1"/>
              <a:t>dignissim</a:t>
            </a:r>
            <a:r>
              <a:rPr lang="es-MX" dirty="0"/>
              <a:t> </a:t>
            </a:r>
            <a:r>
              <a:rPr lang="es-MX" dirty="0" err="1"/>
              <a:t>sit</a:t>
            </a:r>
            <a:r>
              <a:rPr lang="es-MX" dirty="0"/>
              <a:t> </a:t>
            </a:r>
            <a:r>
              <a:rPr lang="es-MX" dirty="0" err="1"/>
              <a:t>amet</a:t>
            </a:r>
            <a:r>
              <a:rPr lang="es-MX" dirty="0"/>
              <a:t>, </a:t>
            </a:r>
            <a:r>
              <a:rPr lang="es-MX" dirty="0" err="1"/>
              <a:t>adipiscing</a:t>
            </a:r>
            <a:r>
              <a:rPr lang="es-MX" dirty="0"/>
              <a:t> </a:t>
            </a:r>
            <a:r>
              <a:rPr lang="es-MX" dirty="0" err="1"/>
              <a:t>nec</a:t>
            </a:r>
            <a:r>
              <a:rPr lang="es-MX" dirty="0"/>
              <a:t>, </a:t>
            </a:r>
            <a:r>
              <a:rPr lang="es-MX" dirty="0" err="1"/>
              <a:t>ultricies</a:t>
            </a:r>
            <a:r>
              <a:rPr lang="es-MX" dirty="0"/>
              <a:t> sed, dolor. Cras </a:t>
            </a:r>
            <a:r>
              <a:rPr lang="es-MX" dirty="0" err="1"/>
              <a:t>elementum</a:t>
            </a:r>
            <a:r>
              <a:rPr lang="es-MX" dirty="0"/>
              <a:t> </a:t>
            </a:r>
          </a:p>
          <a:p>
            <a:pPr marL="342900" marR="0" lvl="0" indent="-342900" algn="l" defTabSz="914377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dirty="0"/>
              <a:t>Máximo 60 palabras</a:t>
            </a:r>
            <a:endParaRPr lang="es-MX" sz="2400" b="1" i="0" u="none" cap="none" dirty="0">
              <a:solidFill>
                <a:srgbClr val="FFFFFF">
                  <a:alpha val="100000"/>
                </a:srgbClr>
              </a:solidFill>
              <a:latin typeface="Arial"/>
              <a:cs typeface="Arial"/>
              <a:sym typeface="Arial"/>
            </a:endParaRPr>
          </a:p>
          <a:p>
            <a:endParaRPr lang="es-MX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8424323-B37D-8781-7F2B-1E07E46BB5AE}"/>
              </a:ext>
            </a:extLst>
          </p:cNvPr>
          <p:cNvCxnSpPr>
            <a:cxnSpLocks/>
          </p:cNvCxnSpPr>
          <p:nvPr userDrawn="1"/>
        </p:nvCxnSpPr>
        <p:spPr>
          <a:xfrm>
            <a:off x="1785" y="970560"/>
            <a:ext cx="9201150" cy="0"/>
          </a:xfrm>
          <a:prstGeom prst="line">
            <a:avLst/>
          </a:prstGeom>
          <a:ln w="38100">
            <a:solidFill>
              <a:srgbClr val="9C2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68F9A28E-C048-3D39-1D57-5222B9F9AA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35" y="-36661"/>
            <a:ext cx="8618556" cy="895018"/>
          </a:xfrm>
          <a:prstGeom prst="rect">
            <a:avLst/>
          </a:prstGeom>
          <a:noFill/>
        </p:spPr>
        <p:txBody>
          <a:bodyPr/>
          <a:lstStyle>
            <a:lvl1pPr algn="l">
              <a:defRPr sz="3200" b="1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pic>
        <p:nvPicPr>
          <p:cNvPr id="6" name="Picture 2" descr="Texto&#10;&#10;Descripción generada automáticamente">
            <a:extLst>
              <a:ext uri="{FF2B5EF4-FFF2-40B4-BE49-F238E27FC236}">
                <a16:creationId xmlns:a16="http://schemas.microsoft.com/office/drawing/2014/main" id="{A85313FB-CFFF-8BF0-EAF5-2C736B449BD8}"/>
              </a:ext>
            </a:extLst>
          </p:cNvPr>
          <p:cNvPicPr/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217" y="29819"/>
            <a:ext cx="1896498" cy="47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Logotipos del Gobierno de México - Wikipedia, la enciclopedia libre">
            <a:extLst>
              <a:ext uri="{FF2B5EF4-FFF2-40B4-BE49-F238E27FC236}">
                <a16:creationId xmlns:a16="http://schemas.microsoft.com/office/drawing/2014/main" id="{F8EECF40-7E81-14B8-3B7C-F2B8D866437A}"/>
              </a:ext>
            </a:extLst>
          </p:cNvPr>
          <p:cNvPicPr/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555" y="37770"/>
            <a:ext cx="1378052" cy="54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rafica 2">
            <a:extLst>
              <a:ext uri="{FF2B5EF4-FFF2-40B4-BE49-F238E27FC236}">
                <a16:creationId xmlns:a16="http://schemas.microsoft.com/office/drawing/2014/main" id="{009332B1-CC94-885F-42DA-7AF0BAE5089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164063" y="1022168"/>
            <a:ext cx="5951482" cy="5577833"/>
          </a:xfrm>
          <a:prstGeom prst="rect">
            <a:avLst/>
          </a:prstGeom>
        </p:spPr>
        <p:txBody>
          <a:bodyPr>
            <a:normAutofit/>
          </a:bodyPr>
          <a:lstStyle>
            <a:lvl1pPr marL="342900" marR="0" indent="-342900" algn="l" defTabSz="914377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r>
              <a:rPr lang="es-MX" dirty="0" err="1"/>
              <a:t>Lorem</a:t>
            </a:r>
            <a:r>
              <a:rPr lang="es-MX" dirty="0"/>
              <a:t> </a:t>
            </a:r>
            <a:r>
              <a:rPr lang="es-MX" dirty="0" err="1"/>
              <a:t>ipsum</a:t>
            </a:r>
            <a:r>
              <a:rPr lang="es-MX" dirty="0"/>
              <a:t> dolor </a:t>
            </a:r>
            <a:r>
              <a:rPr lang="es-MX" dirty="0" err="1"/>
              <a:t>sit</a:t>
            </a:r>
            <a:r>
              <a:rPr lang="es-MX" dirty="0"/>
              <a:t> </a:t>
            </a:r>
            <a:r>
              <a:rPr lang="es-MX" dirty="0" err="1"/>
              <a:t>amet</a:t>
            </a:r>
            <a:r>
              <a:rPr lang="es-MX" dirty="0"/>
              <a:t>, </a:t>
            </a:r>
            <a:r>
              <a:rPr lang="es-MX" dirty="0" err="1"/>
              <a:t>consectetur</a:t>
            </a:r>
            <a:r>
              <a:rPr lang="es-MX" dirty="0"/>
              <a:t> </a:t>
            </a:r>
            <a:r>
              <a:rPr lang="es-MX" dirty="0" err="1"/>
              <a:t>adipiscing</a:t>
            </a:r>
            <a:r>
              <a:rPr lang="es-MX" dirty="0"/>
              <a:t> </a:t>
            </a:r>
            <a:r>
              <a:rPr lang="es-MX" dirty="0" err="1"/>
              <a:t>elit</a:t>
            </a:r>
            <a:r>
              <a:rPr lang="es-MX" dirty="0"/>
              <a:t>. Sed non </a:t>
            </a:r>
            <a:r>
              <a:rPr lang="es-MX" dirty="0" err="1"/>
              <a:t>risus</a:t>
            </a:r>
            <a:r>
              <a:rPr lang="es-MX" dirty="0"/>
              <a:t>. </a:t>
            </a:r>
            <a:r>
              <a:rPr lang="es-MX" dirty="0" err="1"/>
              <a:t>Suspendisse</a:t>
            </a:r>
            <a:r>
              <a:rPr lang="es-MX" dirty="0"/>
              <a:t> </a:t>
            </a:r>
            <a:r>
              <a:rPr lang="es-MX" dirty="0" err="1"/>
              <a:t>lectus</a:t>
            </a:r>
            <a:r>
              <a:rPr lang="es-MX" dirty="0"/>
              <a:t> tortor, </a:t>
            </a:r>
            <a:r>
              <a:rPr lang="es-MX" dirty="0" err="1"/>
              <a:t>dignissim</a:t>
            </a:r>
            <a:r>
              <a:rPr lang="es-MX" dirty="0"/>
              <a:t> </a:t>
            </a:r>
            <a:r>
              <a:rPr lang="es-MX" dirty="0" err="1"/>
              <a:t>sit</a:t>
            </a:r>
            <a:r>
              <a:rPr lang="es-MX" dirty="0"/>
              <a:t> </a:t>
            </a:r>
            <a:r>
              <a:rPr lang="es-MX" dirty="0" err="1"/>
              <a:t>amet</a:t>
            </a:r>
            <a:r>
              <a:rPr lang="es-MX" dirty="0"/>
              <a:t>, </a:t>
            </a:r>
            <a:r>
              <a:rPr lang="es-MX" dirty="0" err="1"/>
              <a:t>adipiscing</a:t>
            </a:r>
            <a:r>
              <a:rPr lang="es-MX" dirty="0"/>
              <a:t> </a:t>
            </a:r>
            <a:r>
              <a:rPr lang="es-MX" dirty="0" err="1"/>
              <a:t>nec</a:t>
            </a:r>
            <a:r>
              <a:rPr lang="es-MX" dirty="0"/>
              <a:t>, </a:t>
            </a:r>
            <a:r>
              <a:rPr lang="es-MX" dirty="0" err="1"/>
              <a:t>ultricies</a:t>
            </a:r>
            <a:r>
              <a:rPr lang="es-MX" dirty="0"/>
              <a:t> sed, dolor. Cras </a:t>
            </a:r>
            <a:r>
              <a:rPr lang="es-MX" dirty="0" err="1"/>
              <a:t>elementum</a:t>
            </a:r>
            <a:r>
              <a:rPr lang="es-MX" dirty="0"/>
              <a:t> </a:t>
            </a:r>
          </a:p>
          <a:p>
            <a:pPr marL="342900" marR="0" lvl="0" indent="-342900" algn="l" defTabSz="914377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MX" dirty="0"/>
              <a:t>Máximo 60 palabras</a:t>
            </a:r>
            <a:endParaRPr lang="es-MX" sz="2400" b="1" i="0" u="none" cap="none" dirty="0">
              <a:solidFill>
                <a:srgbClr val="FFFFFF">
                  <a:alpha val="100000"/>
                </a:srgbClr>
              </a:solidFill>
              <a:latin typeface="Arial"/>
              <a:cs typeface="Arial"/>
              <a:sym typeface="Arial"/>
            </a:endParaRPr>
          </a:p>
          <a:p>
            <a:endParaRPr lang="es-MX" dirty="0"/>
          </a:p>
        </p:txBody>
      </p:sp>
      <p:sp>
        <p:nvSpPr>
          <p:cNvPr id="10" name="fecha">
            <a:extLst>
              <a:ext uri="{FF2B5EF4-FFF2-40B4-BE49-F238E27FC236}">
                <a16:creationId xmlns:a16="http://schemas.microsoft.com/office/drawing/2014/main" id="{E300E6CE-7C8A-6076-6CBE-14EED5AEB6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789" y="501925"/>
            <a:ext cx="5828145" cy="384175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 marL="0" algn="l">
              <a:buNone/>
              <a:defRPr b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66704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a grafic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183848E-A120-C4B9-F10D-7CBE2845CC94}"/>
              </a:ext>
            </a:extLst>
          </p:cNvPr>
          <p:cNvSpPr/>
          <p:nvPr userDrawn="1"/>
        </p:nvSpPr>
        <p:spPr>
          <a:xfrm>
            <a:off x="-1785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ft">
            <a:extLst>
              <a:ext uri="{FF2B5EF4-FFF2-40B4-BE49-F238E27FC236}">
                <a16:creationId xmlns:a16="http://schemas.microsoft.com/office/drawing/2014/main" id="{B38A2D54-41FD-25E7-12C6-E988EA08ED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8000" y="1299613"/>
            <a:ext cx="11845463" cy="502423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  <a:defRPr sz="2400" b="0" i="0">
                <a:solidFill>
                  <a:srgbClr val="404040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</a:lstStyle>
          <a:p>
            <a:r>
              <a:rPr lang="es-MX" dirty="0" err="1"/>
              <a:t>Lorem</a:t>
            </a:r>
            <a:r>
              <a:rPr lang="es-MX" dirty="0"/>
              <a:t> </a:t>
            </a:r>
            <a:r>
              <a:rPr lang="es-MX" dirty="0" err="1"/>
              <a:t>ipsum</a:t>
            </a:r>
            <a:r>
              <a:rPr lang="es-MX" dirty="0"/>
              <a:t> dolor </a:t>
            </a:r>
            <a:r>
              <a:rPr lang="es-MX" dirty="0" err="1"/>
              <a:t>sit</a:t>
            </a:r>
            <a:r>
              <a:rPr lang="es-MX" dirty="0"/>
              <a:t> </a:t>
            </a:r>
            <a:r>
              <a:rPr lang="es-MX" dirty="0" err="1"/>
              <a:t>amet</a:t>
            </a:r>
            <a:r>
              <a:rPr lang="es-MX" dirty="0"/>
              <a:t>, </a:t>
            </a:r>
            <a:r>
              <a:rPr lang="es-MX" dirty="0" err="1"/>
              <a:t>consectetur</a:t>
            </a:r>
            <a:r>
              <a:rPr lang="es-MX" dirty="0"/>
              <a:t> </a:t>
            </a:r>
            <a:r>
              <a:rPr lang="es-MX" dirty="0" err="1"/>
              <a:t>adipiscing</a:t>
            </a:r>
            <a:r>
              <a:rPr lang="es-MX" dirty="0"/>
              <a:t> </a:t>
            </a:r>
            <a:r>
              <a:rPr lang="es-MX" dirty="0" err="1"/>
              <a:t>elit</a:t>
            </a:r>
            <a:r>
              <a:rPr lang="es-MX" dirty="0"/>
              <a:t>. Sed non </a:t>
            </a:r>
            <a:r>
              <a:rPr lang="es-MX" dirty="0" err="1"/>
              <a:t>risus</a:t>
            </a:r>
            <a:r>
              <a:rPr lang="es-MX" dirty="0"/>
              <a:t>. </a:t>
            </a:r>
            <a:r>
              <a:rPr lang="es-MX" dirty="0" err="1"/>
              <a:t>Suspendisse</a:t>
            </a:r>
            <a:r>
              <a:rPr lang="es-MX" dirty="0"/>
              <a:t> </a:t>
            </a:r>
            <a:r>
              <a:rPr lang="es-MX" dirty="0" err="1"/>
              <a:t>lectus</a:t>
            </a:r>
            <a:r>
              <a:rPr lang="es-MX" dirty="0"/>
              <a:t> tortor, </a:t>
            </a:r>
            <a:r>
              <a:rPr lang="es-MX" dirty="0" err="1"/>
              <a:t>dignissim</a:t>
            </a:r>
            <a:r>
              <a:rPr lang="es-MX" dirty="0"/>
              <a:t> </a:t>
            </a:r>
            <a:r>
              <a:rPr lang="es-MX" dirty="0" err="1"/>
              <a:t>sit</a:t>
            </a:r>
            <a:r>
              <a:rPr lang="es-MX" dirty="0"/>
              <a:t> </a:t>
            </a:r>
            <a:r>
              <a:rPr lang="es-MX" dirty="0" err="1"/>
              <a:t>amet</a:t>
            </a:r>
            <a:r>
              <a:rPr lang="es-MX" dirty="0"/>
              <a:t>, </a:t>
            </a:r>
            <a:r>
              <a:rPr lang="es-MX" dirty="0" err="1"/>
              <a:t>adipiscing</a:t>
            </a:r>
            <a:r>
              <a:rPr lang="es-MX" dirty="0"/>
              <a:t> </a:t>
            </a:r>
            <a:r>
              <a:rPr lang="es-MX" dirty="0" err="1"/>
              <a:t>nec</a:t>
            </a:r>
            <a:r>
              <a:rPr lang="es-MX" dirty="0"/>
              <a:t>, </a:t>
            </a:r>
            <a:r>
              <a:rPr lang="es-MX" dirty="0" err="1"/>
              <a:t>ultricies</a:t>
            </a:r>
            <a:r>
              <a:rPr lang="es-MX" dirty="0"/>
              <a:t> sed, dolor. Cras </a:t>
            </a:r>
            <a:r>
              <a:rPr lang="es-MX" dirty="0" err="1"/>
              <a:t>elementum</a:t>
            </a:r>
            <a:r>
              <a:rPr lang="es-MX" dirty="0"/>
              <a:t> </a:t>
            </a:r>
          </a:p>
          <a:p>
            <a:r>
              <a:rPr lang="es-MX" dirty="0"/>
              <a:t>Máximo 60 palabras</a:t>
            </a:r>
          </a:p>
          <a:p>
            <a:r>
              <a:rPr lang="es-ES" dirty="0"/>
              <a:t>Graficas semanal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4B6F7C-550B-BFC3-B064-3263C37ACB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37770"/>
            <a:ext cx="8973878" cy="932789"/>
          </a:xfrm>
          <a:prstGeom prst="rect">
            <a:avLst/>
          </a:prstGeom>
          <a:noFill/>
        </p:spPr>
        <p:txBody>
          <a:bodyPr/>
          <a:lstStyle>
            <a:lvl1pPr algn="l">
              <a:defRPr sz="3200" b="1" i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s-ES" dirty="0"/>
              <a:t>Título Noto Sans</a:t>
            </a:r>
            <a:endParaRPr lang="es-MX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898130FB-D6CC-0DE7-5306-AD928FFDAD46}"/>
              </a:ext>
            </a:extLst>
          </p:cNvPr>
          <p:cNvCxnSpPr>
            <a:cxnSpLocks/>
          </p:cNvCxnSpPr>
          <p:nvPr userDrawn="1"/>
        </p:nvCxnSpPr>
        <p:spPr>
          <a:xfrm>
            <a:off x="1785" y="970560"/>
            <a:ext cx="9201150" cy="0"/>
          </a:xfrm>
          <a:prstGeom prst="line">
            <a:avLst/>
          </a:prstGeom>
          <a:ln w="38100">
            <a:solidFill>
              <a:srgbClr val="9C22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Texto&#10;&#10;Descripción generada automáticamente">
            <a:extLst>
              <a:ext uri="{FF2B5EF4-FFF2-40B4-BE49-F238E27FC236}">
                <a16:creationId xmlns:a16="http://schemas.microsoft.com/office/drawing/2014/main" id="{35EE3010-BCBE-E25E-49C5-7B1EC6261AAF}"/>
              </a:ext>
            </a:extLst>
          </p:cNvPr>
          <p:cNvPicPr/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607" y="82788"/>
            <a:ext cx="1896498" cy="47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Logotipos del Gobierno de México - Wikipedia, la enciclopedia libre">
            <a:extLst>
              <a:ext uri="{FF2B5EF4-FFF2-40B4-BE49-F238E27FC236}">
                <a16:creationId xmlns:a16="http://schemas.microsoft.com/office/drawing/2014/main" id="{3A48DF01-B053-D21E-BB0D-D587552D58B2}"/>
              </a:ext>
            </a:extLst>
          </p:cNvPr>
          <p:cNvPicPr/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555" y="37770"/>
            <a:ext cx="1378052" cy="54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echa">
            <a:extLst>
              <a:ext uri="{FF2B5EF4-FFF2-40B4-BE49-F238E27FC236}">
                <a16:creationId xmlns:a16="http://schemas.microsoft.com/office/drawing/2014/main" id="{789C7EEE-60D1-790A-A3D4-EA926DDD2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708" y="548844"/>
            <a:ext cx="5828145" cy="384175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 marL="0" algn="l">
              <a:buNone/>
              <a:defRPr b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1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74294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6CB96C-1C06-3B44-8615-D726F4477E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8DF0E-90BF-EC4E-8934-156187A1162F}" type="datetimeFigureOut">
              <a:rPr lang="es-MX" smtClean="0"/>
              <a:t>25/06/2026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3D1A4B-ADA7-7043-82FA-F7032EB177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02CF53-648D-B74F-A473-B4CC8BB23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9739B-ACC7-1A4E-906B-A9546BA1AB75}" type="slidenum">
              <a:rPr lang="es-MX" smtClean="0"/>
              <a:t>‹Nº›</a:t>
            </a:fld>
            <a:endParaRPr lang="es-MX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2B81646-BD35-6CAA-045F-BBA1658013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960165" y="242377"/>
            <a:ext cx="2568013" cy="93044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0705DC08-3EDE-5078-0F54-DCA71AAAF5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35498" y="358430"/>
            <a:ext cx="268605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472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93" r:id="rId2"/>
    <p:sldLayoutId id="2147483689" r:id="rId3"/>
    <p:sldLayoutId id="2147483692" r:id="rId4"/>
    <p:sldLayoutId id="2147483694" r:id="rId5"/>
    <p:sldLayoutId id="2147483691" r:id="rId6"/>
    <p:sldLayoutId id="2147483697" r:id="rId7"/>
    <p:sldLayoutId id="2147483695" r:id="rId8"/>
    <p:sldLayoutId id="2147483696" r:id="rId9"/>
    <p:sldLayoutId id="2147483684" r:id="rId10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Tema de Offic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cbbb845-5bb4-49a6-a031-2c6210f1a021">
      <Terms xmlns="http://schemas.microsoft.com/office/infopath/2007/PartnerControls"/>
    </lcf76f155ced4ddcb4097134ff3c332f>
    <TaxCatchAll xmlns="2311af43-dfdb-495f-8272-1d5374a07a4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6ADF0657346C74FA4159949F83B0105" ma:contentTypeVersion="12" ma:contentTypeDescription="Crear nuevo documento." ma:contentTypeScope="" ma:versionID="e679190041f368e5f1999762c1635bea">
  <xsd:schema xmlns:xsd="http://www.w3.org/2001/XMLSchema" xmlns:xs="http://www.w3.org/2001/XMLSchema" xmlns:p="http://schemas.microsoft.com/office/2006/metadata/properties" xmlns:ns2="ecbbb845-5bb4-49a6-a031-2c6210f1a021" xmlns:ns3="2311af43-dfdb-495f-8272-1d5374a07a4f" targetNamespace="http://schemas.microsoft.com/office/2006/metadata/properties" ma:root="true" ma:fieldsID="106f98ec6a760573afb5fafd9fd455c8" ns2:_="" ns3:_="">
    <xsd:import namespace="ecbbb845-5bb4-49a6-a031-2c6210f1a021"/>
    <xsd:import namespace="2311af43-dfdb-495f-8272-1d5374a07a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bb845-5bb4-49a6-a031-2c6210f1a0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6c7de3c9-8e68-46a6-abfc-7512e1ae618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11af43-dfdb-495f-8272-1d5374a07a4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7b665d3-a353-4c8b-994f-ed147fe15c37}" ma:internalName="TaxCatchAll" ma:showField="CatchAllData" ma:web="2311af43-dfdb-495f-8272-1d5374a07a4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C7C30C-9B79-44FC-AEBA-9875351742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3BC23C-1844-4EDF-BE5D-C5DB6CA727AB}">
  <ds:schemaRefs>
    <ds:schemaRef ds:uri="2311af43-dfdb-495f-8272-1d5374a07a4f"/>
    <ds:schemaRef ds:uri="ecbbb845-5bb4-49a6-a031-2c6210f1a02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9B076B3-6D27-4D94-97D2-1436097AC7DF}">
  <ds:schemaRefs>
    <ds:schemaRef ds:uri="2311af43-dfdb-495f-8272-1d5374a07a4f"/>
    <ds:schemaRef ds:uri="ecbbb845-5bb4-49a6-a031-2c6210f1a02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0</Words>
  <Application>Microsoft Office PowerPoint</Application>
  <PresentationFormat>Panorámica</PresentationFormat>
  <Paragraphs>0</Paragraphs>
  <Slides>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0</vt:i4>
      </vt:variant>
    </vt:vector>
  </HeadingPairs>
  <TitlesOfParts>
    <vt:vector size="5" baseType="lpstr">
      <vt:lpstr>Noto Sans</vt:lpstr>
      <vt:lpstr>Noto Sans Medium</vt:lpstr>
      <vt:lpstr>Arial</vt:lpstr>
      <vt:lpstr>Calibri</vt:lpstr>
      <vt:lpstr>Tema de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Brittany Cecilia Pereo Sánchez</cp:lastModifiedBy>
  <cp:revision>4</cp:revision>
  <dcterms:created xsi:type="dcterms:W3CDTF">2018-12-04T03:27:02Z</dcterms:created>
  <dcterms:modified xsi:type="dcterms:W3CDTF">2026-06-26T00:31:34Z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0x01010086ADF0657346C74FA4159949F83B0105</vt:lpwstr>
  </property>
  <property fmtid="{D5CDD505-2E9C-101B-9397-08002B2CF9AE}" pid="3" name="MediaServiceImageTags">
    <vt:lpwstr/>
  </property>
</Properties>
</file>